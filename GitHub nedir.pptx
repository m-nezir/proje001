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microsoft.com/office/2016/11/relationships/changesInfo" Target="changesInfos/changesInfo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MET NEZİR AYDIN" userId="6a0b2df9-8a78-41f4-857e-55d47a0db264" providerId="ADAL" clId="{8E0F8849-3D27-E04B-AC89-8CDD1B85D8A7}"/>
    <pc:docChg chg="undo custSel mod addSld modSld sldOrd modMainMaster setSldSz">
      <pc:chgData name="MEHMET NEZİR AYDIN" userId="6a0b2df9-8a78-41f4-857e-55d47a0db264" providerId="ADAL" clId="{8E0F8849-3D27-E04B-AC89-8CDD1B85D8A7}" dt="2023-10-08T17:23:23.471" v="2998" actId="1076"/>
      <pc:docMkLst>
        <pc:docMk/>
      </pc:docMkLst>
      <pc:sldChg chg="addSp delSp modSp mod chgLayout">
        <pc:chgData name="MEHMET NEZİR AYDIN" userId="6a0b2df9-8a78-41f4-857e-55d47a0db264" providerId="ADAL" clId="{8E0F8849-3D27-E04B-AC89-8CDD1B85D8A7}" dt="2023-10-08T16:06:17.533" v="2437" actId="1076"/>
        <pc:sldMkLst>
          <pc:docMk/>
          <pc:sldMk cId="2824384686" sldId="256"/>
        </pc:sldMkLst>
        <pc:spChg chg="mod ord">
          <ac:chgData name="MEHMET NEZİR AYDIN" userId="6a0b2df9-8a78-41f4-857e-55d47a0db264" providerId="ADAL" clId="{8E0F8849-3D27-E04B-AC89-8CDD1B85D8A7}" dt="2023-10-08T16:06:17.533" v="2437" actId="1076"/>
          <ac:spMkLst>
            <pc:docMk/>
            <pc:sldMk cId="2824384686" sldId="256"/>
            <ac:spMk id="2" creationId="{940F2CD9-F1C2-284F-691C-ECD9333D7BCB}"/>
          </ac:spMkLst>
        </pc:spChg>
        <pc:spChg chg="del">
          <ac:chgData name="MEHMET NEZİR AYDIN" userId="6a0b2df9-8a78-41f4-857e-55d47a0db264" providerId="ADAL" clId="{8E0F8849-3D27-E04B-AC89-8CDD1B85D8A7}" dt="2023-10-08T12:31:00.357" v="83" actId="478"/>
          <ac:spMkLst>
            <pc:docMk/>
            <pc:sldMk cId="2824384686" sldId="256"/>
            <ac:spMk id="3" creationId="{52EE85D1-BBA5-748A-034D-199FEC88BFF6}"/>
          </ac:spMkLst>
        </pc:spChg>
        <pc:spChg chg="add del mod">
          <ac:chgData name="MEHMET NEZİR AYDIN" userId="6a0b2df9-8a78-41f4-857e-55d47a0db264" providerId="ADAL" clId="{8E0F8849-3D27-E04B-AC89-8CDD1B85D8A7}" dt="2023-10-08T12:57:07.725" v="505" actId="478"/>
          <ac:spMkLst>
            <pc:docMk/>
            <pc:sldMk cId="2824384686" sldId="256"/>
            <ac:spMk id="5" creationId="{07DAD5B3-2E90-F019-CC5B-C72938FD321D}"/>
          </ac:spMkLst>
        </pc:spChg>
        <pc:spChg chg="add del mod">
          <ac:chgData name="MEHMET NEZİR AYDIN" userId="6a0b2df9-8a78-41f4-857e-55d47a0db264" providerId="ADAL" clId="{8E0F8849-3D27-E04B-AC89-8CDD1B85D8A7}" dt="2023-10-08T12:57:11.560" v="507" actId="478"/>
          <ac:spMkLst>
            <pc:docMk/>
            <pc:sldMk cId="2824384686" sldId="256"/>
            <ac:spMk id="7" creationId="{022A2E94-03C6-7DAC-9236-7B047E8BA706}"/>
          </ac:spMkLst>
        </pc:spChg>
        <pc:spChg chg="add del mod">
          <ac:chgData name="MEHMET NEZİR AYDIN" userId="6a0b2df9-8a78-41f4-857e-55d47a0db264" providerId="ADAL" clId="{8E0F8849-3D27-E04B-AC89-8CDD1B85D8A7}" dt="2023-10-08T12:40:47.112" v="337" actId="478"/>
          <ac:spMkLst>
            <pc:docMk/>
            <pc:sldMk cId="2824384686" sldId="256"/>
            <ac:spMk id="9" creationId="{ACA8B046-B0F1-CA80-0B7D-11BDECEC7351}"/>
          </ac:spMkLst>
        </pc:spChg>
        <pc:spChg chg="add del mod">
          <ac:chgData name="MEHMET NEZİR AYDIN" userId="6a0b2df9-8a78-41f4-857e-55d47a0db264" providerId="ADAL" clId="{8E0F8849-3D27-E04B-AC89-8CDD1B85D8A7}" dt="2023-10-08T12:40:51.373" v="338" actId="478"/>
          <ac:spMkLst>
            <pc:docMk/>
            <pc:sldMk cId="2824384686" sldId="256"/>
            <ac:spMk id="11" creationId="{870D0C89-6AD0-685F-5BCF-7371656D2E43}"/>
          </ac:spMkLst>
        </pc:spChg>
        <pc:spChg chg="add mod ord">
          <ac:chgData name="MEHMET NEZİR AYDIN" userId="6a0b2df9-8a78-41f4-857e-55d47a0db264" providerId="ADAL" clId="{8E0F8849-3D27-E04B-AC89-8CDD1B85D8A7}" dt="2023-10-08T13:14:43.733" v="917" actId="700"/>
          <ac:spMkLst>
            <pc:docMk/>
            <pc:sldMk cId="2824384686" sldId="256"/>
            <ac:spMk id="13" creationId="{DA75092F-8BE2-AEB2-F857-CAA12E1939D7}"/>
          </ac:spMkLst>
        </pc:spChg>
        <pc:spChg chg="add del mod">
          <ac:chgData name="MEHMET NEZİR AYDIN" userId="6a0b2df9-8a78-41f4-857e-55d47a0db264" providerId="ADAL" clId="{8E0F8849-3D27-E04B-AC89-8CDD1B85D8A7}" dt="2023-10-08T12:57:04.167" v="503" actId="478"/>
          <ac:spMkLst>
            <pc:docMk/>
            <pc:sldMk cId="2824384686" sldId="256"/>
            <ac:spMk id="17" creationId="{E3F50092-7587-1FA3-948A-302F84C3E574}"/>
          </ac:spMkLst>
        </pc:spChg>
        <pc:spChg chg="add del mod">
          <ac:chgData name="MEHMET NEZİR AYDIN" userId="6a0b2df9-8a78-41f4-857e-55d47a0db264" providerId="ADAL" clId="{8E0F8849-3D27-E04B-AC89-8CDD1B85D8A7}" dt="2023-10-08T12:57:05.966" v="504" actId="478"/>
          <ac:spMkLst>
            <pc:docMk/>
            <pc:sldMk cId="2824384686" sldId="256"/>
            <ac:spMk id="19" creationId="{99D0A2A6-4A9E-4514-7EE3-648371CABF6D}"/>
          </ac:spMkLst>
        </pc:spChg>
        <pc:spChg chg="add del mod">
          <ac:chgData name="MEHMET NEZİR AYDIN" userId="6a0b2df9-8a78-41f4-857e-55d47a0db264" providerId="ADAL" clId="{8E0F8849-3D27-E04B-AC89-8CDD1B85D8A7}" dt="2023-10-08T12:57:09.674" v="506" actId="478"/>
          <ac:spMkLst>
            <pc:docMk/>
            <pc:sldMk cId="2824384686" sldId="256"/>
            <ac:spMk id="21" creationId="{F6D9FF6C-AB1B-8103-E39E-48BE8E5F3BD6}"/>
          </ac:spMkLst>
        </pc:spChg>
        <pc:spChg chg="add del mod">
          <ac:chgData name="MEHMET NEZİR AYDIN" userId="6a0b2df9-8a78-41f4-857e-55d47a0db264" providerId="ADAL" clId="{8E0F8849-3D27-E04B-AC89-8CDD1B85D8A7}" dt="2023-10-08T12:57:13.833" v="508" actId="478"/>
          <ac:spMkLst>
            <pc:docMk/>
            <pc:sldMk cId="2824384686" sldId="256"/>
            <ac:spMk id="23" creationId="{C9075317-447D-404D-1BAD-09FF3F01234F}"/>
          </ac:spMkLst>
        </pc:spChg>
        <pc:spChg chg="add del mod ord">
          <ac:chgData name="MEHMET NEZİR AYDIN" userId="6a0b2df9-8a78-41f4-857e-55d47a0db264" providerId="ADAL" clId="{8E0F8849-3D27-E04B-AC89-8CDD1B85D8A7}" dt="2023-10-08T13:14:43.733" v="917" actId="700"/>
          <ac:spMkLst>
            <pc:docMk/>
            <pc:sldMk cId="2824384686" sldId="256"/>
            <ac:spMk id="24" creationId="{D2A99D7A-950E-17F3-99CF-3FA9E4A042A2}"/>
          </ac:spMkLst>
        </pc:spChg>
        <pc:spChg chg="add del mod ord">
          <ac:chgData name="MEHMET NEZİR AYDIN" userId="6a0b2df9-8a78-41f4-857e-55d47a0db264" providerId="ADAL" clId="{8E0F8849-3D27-E04B-AC89-8CDD1B85D8A7}" dt="2023-10-08T13:14:38.039" v="911" actId="700"/>
          <ac:spMkLst>
            <pc:docMk/>
            <pc:sldMk cId="2824384686" sldId="256"/>
            <ac:spMk id="25" creationId="{DB01C466-7A94-8C73-0E38-292740D28237}"/>
          </ac:spMkLst>
        </pc:spChg>
        <pc:spChg chg="add del">
          <ac:chgData name="MEHMET NEZİR AYDIN" userId="6a0b2df9-8a78-41f4-857e-55d47a0db264" providerId="ADAL" clId="{8E0F8849-3D27-E04B-AC89-8CDD1B85D8A7}" dt="2023-10-08T13:15:21.660" v="920" actId="139"/>
          <ac:spMkLst>
            <pc:docMk/>
            <pc:sldMk cId="2824384686" sldId="256"/>
            <ac:spMk id="26" creationId="{1339D400-C663-997A-B65F-7FB1DAFC9BD4}"/>
          </ac:spMkLst>
        </pc:spChg>
        <pc:graphicFrameChg chg="add del mod modGraphic">
          <ac:chgData name="MEHMET NEZİR AYDIN" userId="6a0b2df9-8a78-41f4-857e-55d47a0db264" providerId="ADAL" clId="{8E0F8849-3D27-E04B-AC89-8CDD1B85D8A7}" dt="2023-10-08T12:48:21.397" v="406" actId="478"/>
          <ac:graphicFrameMkLst>
            <pc:docMk/>
            <pc:sldMk cId="2824384686" sldId="256"/>
            <ac:graphicFrameMk id="15" creationId="{68946AA2-F30D-8709-50B5-21F385435D23}"/>
          </ac:graphicFrameMkLst>
        </pc:graphicFrameChg>
      </pc:sldChg>
      <pc:sldChg chg="addSp delSp modSp new">
        <pc:chgData name="MEHMET NEZİR AYDIN" userId="6a0b2df9-8a78-41f4-857e-55d47a0db264" providerId="ADAL" clId="{8E0F8849-3D27-E04B-AC89-8CDD1B85D8A7}" dt="2023-10-08T13:38:59.990" v="1471" actId="14100"/>
        <pc:sldMkLst>
          <pc:docMk/>
          <pc:sldMk cId="4194739084" sldId="257"/>
        </pc:sldMkLst>
        <pc:spChg chg="mod">
          <ac:chgData name="MEHMET NEZİR AYDIN" userId="6a0b2df9-8a78-41f4-857e-55d47a0db264" providerId="ADAL" clId="{8E0F8849-3D27-E04B-AC89-8CDD1B85D8A7}" dt="2023-10-08T13:37:49.011" v="1464" actId="1076"/>
          <ac:spMkLst>
            <pc:docMk/>
            <pc:sldMk cId="4194739084" sldId="257"/>
            <ac:spMk id="2" creationId="{E847299D-5825-70EA-ABE4-E0A3015648C7}"/>
          </ac:spMkLst>
        </pc:spChg>
        <pc:spChg chg="mod">
          <ac:chgData name="MEHMET NEZİR AYDIN" userId="6a0b2df9-8a78-41f4-857e-55d47a0db264" providerId="ADAL" clId="{8E0F8849-3D27-E04B-AC89-8CDD1B85D8A7}" dt="2023-10-08T13:37:12.107" v="1453" actId="1076"/>
          <ac:spMkLst>
            <pc:docMk/>
            <pc:sldMk cId="4194739084" sldId="257"/>
            <ac:spMk id="3" creationId="{45C43DAE-6519-36F9-BAC1-C16A97EBD4D1}"/>
          </ac:spMkLst>
        </pc:spChg>
        <pc:picChg chg="add del mod">
          <ac:chgData name="MEHMET NEZİR AYDIN" userId="6a0b2df9-8a78-41f4-857e-55d47a0db264" providerId="ADAL" clId="{8E0F8849-3D27-E04B-AC89-8CDD1B85D8A7}" dt="2023-10-08T13:33:24.726" v="1416" actId="478"/>
          <ac:picMkLst>
            <pc:docMk/>
            <pc:sldMk cId="4194739084" sldId="257"/>
            <ac:picMk id="4" creationId="{CD224592-AFE9-B63F-CC18-5874E1074ACC}"/>
          </ac:picMkLst>
        </pc:picChg>
        <pc:picChg chg="add del mod">
          <ac:chgData name="MEHMET NEZİR AYDIN" userId="6a0b2df9-8a78-41f4-857e-55d47a0db264" providerId="ADAL" clId="{8E0F8849-3D27-E04B-AC89-8CDD1B85D8A7}" dt="2023-10-08T13:32:59.314" v="1411" actId="478"/>
          <ac:picMkLst>
            <pc:docMk/>
            <pc:sldMk cId="4194739084" sldId="257"/>
            <ac:picMk id="5" creationId="{EF4EDDA5-9AA9-5AC4-5F48-06946EA9E5E1}"/>
          </ac:picMkLst>
        </pc:picChg>
        <pc:picChg chg="add del mod">
          <ac:chgData name="MEHMET NEZİR AYDIN" userId="6a0b2df9-8a78-41f4-857e-55d47a0db264" providerId="ADAL" clId="{8E0F8849-3D27-E04B-AC89-8CDD1B85D8A7}" dt="2023-10-08T13:38:59.990" v="1471" actId="14100"/>
          <ac:picMkLst>
            <pc:docMk/>
            <pc:sldMk cId="4194739084" sldId="257"/>
            <ac:picMk id="6" creationId="{C3D6A4C8-1A19-3644-0297-9D24ABF67A27}"/>
          </ac:picMkLst>
        </pc:picChg>
        <pc:picChg chg="add del mod">
          <ac:chgData name="MEHMET NEZİR AYDIN" userId="6a0b2df9-8a78-41f4-857e-55d47a0db264" providerId="ADAL" clId="{8E0F8849-3D27-E04B-AC89-8CDD1B85D8A7}" dt="2023-10-08T13:35:13.847" v="1423" actId="478"/>
          <ac:picMkLst>
            <pc:docMk/>
            <pc:sldMk cId="4194739084" sldId="257"/>
            <ac:picMk id="7" creationId="{13FBA10A-F2BC-4387-4CF2-5BF3FA86AC32}"/>
          </ac:picMkLst>
        </pc:picChg>
      </pc:sldChg>
      <pc:sldChg chg="addSp delSp modSp new mod modClrScheme chgLayout">
        <pc:chgData name="MEHMET NEZİR AYDIN" userId="6a0b2df9-8a78-41f4-857e-55d47a0db264" providerId="ADAL" clId="{8E0F8849-3D27-E04B-AC89-8CDD1B85D8A7}" dt="2023-10-08T15:10:31.743" v="2218" actId="21"/>
        <pc:sldMkLst>
          <pc:docMk/>
          <pc:sldMk cId="2824145074" sldId="258"/>
        </pc:sldMkLst>
        <pc:spChg chg="mod ord">
          <ac:chgData name="MEHMET NEZİR AYDIN" userId="6a0b2df9-8a78-41f4-857e-55d47a0db264" providerId="ADAL" clId="{8E0F8849-3D27-E04B-AC89-8CDD1B85D8A7}" dt="2023-10-08T15:02:02.310" v="2129" actId="1076"/>
          <ac:spMkLst>
            <pc:docMk/>
            <pc:sldMk cId="2824145074" sldId="258"/>
            <ac:spMk id="2" creationId="{B7745110-9A46-95EA-0725-DB92A774A9B6}"/>
          </ac:spMkLst>
        </pc:spChg>
        <pc:spChg chg="del mod">
          <ac:chgData name="MEHMET NEZİR AYDIN" userId="6a0b2df9-8a78-41f4-857e-55d47a0db264" providerId="ADAL" clId="{8E0F8849-3D27-E04B-AC89-8CDD1B85D8A7}" dt="2023-10-08T13:41:25.468" v="1476" actId="478"/>
          <ac:spMkLst>
            <pc:docMk/>
            <pc:sldMk cId="2824145074" sldId="258"/>
            <ac:spMk id="3" creationId="{74CAE20D-ABDC-A663-376E-099D832F4ADE}"/>
          </ac:spMkLst>
        </pc:spChg>
        <pc:spChg chg="add del mod">
          <ac:chgData name="MEHMET NEZİR AYDIN" userId="6a0b2df9-8a78-41f4-857e-55d47a0db264" providerId="ADAL" clId="{8E0F8849-3D27-E04B-AC89-8CDD1B85D8A7}" dt="2023-10-08T14:22:30.807" v="2022" actId="478"/>
          <ac:spMkLst>
            <pc:docMk/>
            <pc:sldMk cId="2824145074" sldId="258"/>
            <ac:spMk id="4" creationId="{1D1569DA-29A0-A920-35A4-B16803FCC993}"/>
          </ac:spMkLst>
        </pc:spChg>
        <pc:spChg chg="add del mod ord">
          <ac:chgData name="MEHMET NEZİR AYDIN" userId="6a0b2df9-8a78-41f4-857e-55d47a0db264" providerId="ADAL" clId="{8E0F8849-3D27-E04B-AC89-8CDD1B85D8A7}" dt="2023-10-08T14:54:57.103" v="2068" actId="21"/>
          <ac:spMkLst>
            <pc:docMk/>
            <pc:sldMk cId="2824145074" sldId="258"/>
            <ac:spMk id="5" creationId="{6BD0B974-9B28-BF41-4B6F-D1DE4A486352}"/>
          </ac:spMkLst>
        </pc:spChg>
        <pc:spChg chg="add del mod ord">
          <ac:chgData name="MEHMET NEZİR AYDIN" userId="6a0b2df9-8a78-41f4-857e-55d47a0db264" providerId="ADAL" clId="{8E0F8849-3D27-E04B-AC89-8CDD1B85D8A7}" dt="2023-10-08T13:53:56.984" v="1722" actId="700"/>
          <ac:spMkLst>
            <pc:docMk/>
            <pc:sldMk cId="2824145074" sldId="258"/>
            <ac:spMk id="6" creationId="{0DD1CDB2-CC15-E730-FECB-88BCE0032C4E}"/>
          </ac:spMkLst>
        </pc:spChg>
        <pc:spChg chg="add del">
          <ac:chgData name="MEHMET NEZİR AYDIN" userId="6a0b2df9-8a78-41f4-857e-55d47a0db264" providerId="ADAL" clId="{8E0F8849-3D27-E04B-AC89-8CDD1B85D8A7}" dt="2023-10-08T14:22:57.661" v="2024" actId="478"/>
          <ac:spMkLst>
            <pc:docMk/>
            <pc:sldMk cId="2824145074" sldId="258"/>
            <ac:spMk id="6" creationId="{F6D71158-80AE-1B1C-9719-76F9DF898F46}"/>
          </ac:spMkLst>
        </pc:spChg>
        <pc:spChg chg="add del mod">
          <ac:chgData name="MEHMET NEZİR AYDIN" userId="6a0b2df9-8a78-41f4-857e-55d47a0db264" providerId="ADAL" clId="{8E0F8849-3D27-E04B-AC89-8CDD1B85D8A7}" dt="2023-10-08T14:58:20.070" v="2095" actId="478"/>
          <ac:spMkLst>
            <pc:docMk/>
            <pc:sldMk cId="2824145074" sldId="258"/>
            <ac:spMk id="7" creationId="{64695E51-CC2C-BE90-6C5E-E49A14E277D5}"/>
          </ac:spMkLst>
        </pc:spChg>
        <pc:spChg chg="add del mod ord">
          <ac:chgData name="MEHMET NEZİR AYDIN" userId="6a0b2df9-8a78-41f4-857e-55d47a0db264" providerId="ADAL" clId="{8E0F8849-3D27-E04B-AC89-8CDD1B85D8A7}" dt="2023-10-08T13:53:56.984" v="1722" actId="700"/>
          <ac:spMkLst>
            <pc:docMk/>
            <pc:sldMk cId="2824145074" sldId="258"/>
            <ac:spMk id="7" creationId="{73995BC8-531C-7B1B-4058-BFAD47E27F29}"/>
          </ac:spMkLst>
        </pc:spChg>
        <pc:spChg chg="add del mod ord">
          <ac:chgData name="MEHMET NEZİR AYDIN" userId="6a0b2df9-8a78-41f4-857e-55d47a0db264" providerId="ADAL" clId="{8E0F8849-3D27-E04B-AC89-8CDD1B85D8A7}" dt="2023-10-08T13:53:56.984" v="1722" actId="700"/>
          <ac:spMkLst>
            <pc:docMk/>
            <pc:sldMk cId="2824145074" sldId="258"/>
            <ac:spMk id="8" creationId="{0F661A37-9697-A430-8808-570EDA055395}"/>
          </ac:spMkLst>
        </pc:spChg>
        <pc:spChg chg="add mod">
          <ac:chgData name="MEHMET NEZİR AYDIN" userId="6a0b2df9-8a78-41f4-857e-55d47a0db264" providerId="ADAL" clId="{8E0F8849-3D27-E04B-AC89-8CDD1B85D8A7}" dt="2023-10-08T15:10:06.971" v="2216" actId="1076"/>
          <ac:spMkLst>
            <pc:docMk/>
            <pc:sldMk cId="2824145074" sldId="258"/>
            <ac:spMk id="8" creationId="{5D32D255-43B3-DEAE-B9AF-C2F48F6D6E3D}"/>
          </ac:spMkLst>
        </pc:spChg>
        <pc:spChg chg="add del mod">
          <ac:chgData name="MEHMET NEZİR AYDIN" userId="6a0b2df9-8a78-41f4-857e-55d47a0db264" providerId="ADAL" clId="{8E0F8849-3D27-E04B-AC89-8CDD1B85D8A7}" dt="2023-10-08T15:04:42.268" v="2164" actId="478"/>
          <ac:spMkLst>
            <pc:docMk/>
            <pc:sldMk cId="2824145074" sldId="258"/>
            <ac:spMk id="9" creationId="{396D00C8-E80B-BCF4-4F34-8B4937A7C3F1}"/>
          </ac:spMkLst>
        </pc:spChg>
        <pc:spChg chg="add mod">
          <ac:chgData name="MEHMET NEZİR AYDIN" userId="6a0b2df9-8a78-41f4-857e-55d47a0db264" providerId="ADAL" clId="{8E0F8849-3D27-E04B-AC89-8CDD1B85D8A7}" dt="2023-10-08T15:02:28.156" v="2138" actId="242"/>
          <ac:spMkLst>
            <pc:docMk/>
            <pc:sldMk cId="2824145074" sldId="258"/>
            <ac:spMk id="10" creationId="{F70E38B8-51E3-B07A-B7EE-B4122EFDB14F}"/>
          </ac:spMkLst>
        </pc:spChg>
        <pc:spChg chg="add del mod">
          <ac:chgData name="MEHMET NEZİR AYDIN" userId="6a0b2df9-8a78-41f4-857e-55d47a0db264" providerId="ADAL" clId="{8E0F8849-3D27-E04B-AC89-8CDD1B85D8A7}" dt="2023-10-08T14:55:00.073" v="2069" actId="478"/>
          <ac:spMkLst>
            <pc:docMk/>
            <pc:sldMk cId="2824145074" sldId="258"/>
            <ac:spMk id="12" creationId="{E8AC27D9-FCAB-6E85-5710-F402736435C8}"/>
          </ac:spMkLst>
        </pc:spChg>
        <pc:spChg chg="add del mod">
          <ac:chgData name="MEHMET NEZİR AYDIN" userId="6a0b2df9-8a78-41f4-857e-55d47a0db264" providerId="ADAL" clId="{8E0F8849-3D27-E04B-AC89-8CDD1B85D8A7}" dt="2023-10-08T14:55:12.497" v="2072" actId="21"/>
          <ac:spMkLst>
            <pc:docMk/>
            <pc:sldMk cId="2824145074" sldId="258"/>
            <ac:spMk id="14" creationId="{E7479ABE-4428-4F0B-ECF8-91A5B5134F03}"/>
          </ac:spMkLst>
        </pc:spChg>
        <pc:spChg chg="add del mod">
          <ac:chgData name="MEHMET NEZİR AYDIN" userId="6a0b2df9-8a78-41f4-857e-55d47a0db264" providerId="ADAL" clId="{8E0F8849-3D27-E04B-AC89-8CDD1B85D8A7}" dt="2023-10-08T14:55:14.713" v="2073" actId="478"/>
          <ac:spMkLst>
            <pc:docMk/>
            <pc:sldMk cId="2824145074" sldId="258"/>
            <ac:spMk id="16" creationId="{7365753D-EE4B-16AC-DA10-F5C68176C56F}"/>
          </ac:spMkLst>
        </pc:spChg>
        <pc:spChg chg="add del mod">
          <ac:chgData name="MEHMET NEZİR AYDIN" userId="6a0b2df9-8a78-41f4-857e-55d47a0db264" providerId="ADAL" clId="{8E0F8849-3D27-E04B-AC89-8CDD1B85D8A7}" dt="2023-10-08T14:55:28.412" v="2076" actId="21"/>
          <ac:spMkLst>
            <pc:docMk/>
            <pc:sldMk cId="2824145074" sldId="258"/>
            <ac:spMk id="18" creationId="{032DA6CE-CF17-622F-0481-E5910A6721C6}"/>
          </ac:spMkLst>
        </pc:spChg>
        <pc:spChg chg="add del mod">
          <ac:chgData name="MEHMET NEZİR AYDIN" userId="6a0b2df9-8a78-41f4-857e-55d47a0db264" providerId="ADAL" clId="{8E0F8849-3D27-E04B-AC89-8CDD1B85D8A7}" dt="2023-10-08T14:55:32.768" v="2077" actId="478"/>
          <ac:spMkLst>
            <pc:docMk/>
            <pc:sldMk cId="2824145074" sldId="258"/>
            <ac:spMk id="20" creationId="{69382BE7-EAE1-62F6-1DD3-86408D49DEA4}"/>
          </ac:spMkLst>
        </pc:spChg>
        <pc:spChg chg="add del mod">
          <ac:chgData name="MEHMET NEZİR AYDIN" userId="6a0b2df9-8a78-41f4-857e-55d47a0db264" providerId="ADAL" clId="{8E0F8849-3D27-E04B-AC89-8CDD1B85D8A7}" dt="2023-10-08T14:56:09.598" v="2080" actId="478"/>
          <ac:spMkLst>
            <pc:docMk/>
            <pc:sldMk cId="2824145074" sldId="258"/>
            <ac:spMk id="22" creationId="{E123EBB7-9D87-F89C-4F93-9D2EC4779F1E}"/>
          </ac:spMkLst>
        </pc:spChg>
        <pc:spChg chg="add mod">
          <ac:chgData name="MEHMET NEZİR AYDIN" userId="6a0b2df9-8a78-41f4-857e-55d47a0db264" providerId="ADAL" clId="{8E0F8849-3D27-E04B-AC89-8CDD1B85D8A7}" dt="2023-10-08T15:10:11.009" v="2217" actId="1076"/>
          <ac:spMkLst>
            <pc:docMk/>
            <pc:sldMk cId="2824145074" sldId="258"/>
            <ac:spMk id="23" creationId="{1C4C025D-61F6-6225-139C-A2DBC0CB9E9F}"/>
          </ac:spMkLst>
        </pc:spChg>
        <pc:spChg chg="add del mod">
          <ac:chgData name="MEHMET NEZİR AYDIN" userId="6a0b2df9-8a78-41f4-857e-55d47a0db264" providerId="ADAL" clId="{8E0F8849-3D27-E04B-AC89-8CDD1B85D8A7}" dt="2023-10-08T15:10:31.743" v="2218" actId="21"/>
          <ac:spMkLst>
            <pc:docMk/>
            <pc:sldMk cId="2824145074" sldId="258"/>
            <ac:spMk id="24" creationId="{192E92C1-6CF9-3170-6B18-FEF4DF6C27B8}"/>
          </ac:spMkLst>
        </pc:spChg>
        <pc:spChg chg="add del mod">
          <ac:chgData name="MEHMET NEZİR AYDIN" userId="6a0b2df9-8a78-41f4-857e-55d47a0db264" providerId="ADAL" clId="{8E0F8849-3D27-E04B-AC89-8CDD1B85D8A7}" dt="2023-10-08T15:03:59.045" v="2154" actId="478"/>
          <ac:spMkLst>
            <pc:docMk/>
            <pc:sldMk cId="2824145074" sldId="258"/>
            <ac:spMk id="26" creationId="{733479AD-3E76-1B2D-D9D3-039B81E37CC2}"/>
          </ac:spMkLst>
        </pc:spChg>
        <pc:spChg chg="add del mod">
          <ac:chgData name="MEHMET NEZİR AYDIN" userId="6a0b2df9-8a78-41f4-857e-55d47a0db264" providerId="ADAL" clId="{8E0F8849-3D27-E04B-AC89-8CDD1B85D8A7}" dt="2023-10-08T15:04:19.362" v="2159" actId="478"/>
          <ac:spMkLst>
            <pc:docMk/>
            <pc:sldMk cId="2824145074" sldId="258"/>
            <ac:spMk id="28" creationId="{88A75858-6C6D-F4CA-85D4-8C1E4482044D}"/>
          </ac:spMkLst>
        </pc:spChg>
        <pc:spChg chg="add del">
          <ac:chgData name="MEHMET NEZİR AYDIN" userId="6a0b2df9-8a78-41f4-857e-55d47a0db264" providerId="ADAL" clId="{8E0F8849-3D27-E04B-AC89-8CDD1B85D8A7}" dt="2023-10-08T15:04:36.339" v="2162" actId="478"/>
          <ac:spMkLst>
            <pc:docMk/>
            <pc:sldMk cId="2824145074" sldId="258"/>
            <ac:spMk id="30" creationId="{353E0007-22BC-53CE-635D-DF2F96DD721F}"/>
          </ac:spMkLst>
        </pc:spChg>
        <pc:spChg chg="add del mod">
          <ac:chgData name="MEHMET NEZİR AYDIN" userId="6a0b2df9-8a78-41f4-857e-55d47a0db264" providerId="ADAL" clId="{8E0F8849-3D27-E04B-AC89-8CDD1B85D8A7}" dt="2023-10-08T15:05:04.268" v="2170" actId="478"/>
          <ac:spMkLst>
            <pc:docMk/>
            <pc:sldMk cId="2824145074" sldId="258"/>
            <ac:spMk id="32" creationId="{E13BBFC2-5A50-8C26-BBB8-6E1EAB9785C6}"/>
          </ac:spMkLst>
        </pc:spChg>
        <pc:graphicFrameChg chg="add del mod modGraphic">
          <ac:chgData name="MEHMET NEZİR AYDIN" userId="6a0b2df9-8a78-41f4-857e-55d47a0db264" providerId="ADAL" clId="{8E0F8849-3D27-E04B-AC89-8CDD1B85D8A7}" dt="2023-10-08T14:21:40.519" v="2012" actId="478"/>
          <ac:graphicFrameMkLst>
            <pc:docMk/>
            <pc:sldMk cId="2824145074" sldId="258"/>
            <ac:graphicFrameMk id="3" creationId="{B68D46DD-C28B-8EE7-B194-37C5865B3AB1}"/>
          </ac:graphicFrameMkLst>
        </pc:graphicFrameChg>
      </pc:sldChg>
      <pc:sldChg chg="addSp delSp modSp new">
        <pc:chgData name="MEHMET NEZİR AYDIN" userId="6a0b2df9-8a78-41f4-857e-55d47a0db264" providerId="ADAL" clId="{8E0F8849-3D27-E04B-AC89-8CDD1B85D8A7}" dt="2023-10-08T15:58:46.436" v="2358" actId="1076"/>
        <pc:sldMkLst>
          <pc:docMk/>
          <pc:sldMk cId="1134925560" sldId="259"/>
        </pc:sldMkLst>
        <pc:spChg chg="del">
          <ac:chgData name="MEHMET NEZİR AYDIN" userId="6a0b2df9-8a78-41f4-857e-55d47a0db264" providerId="ADAL" clId="{8E0F8849-3D27-E04B-AC89-8CDD1B85D8A7}" dt="2023-10-08T15:10:48.723" v="2220" actId="478"/>
          <ac:spMkLst>
            <pc:docMk/>
            <pc:sldMk cId="1134925560" sldId="259"/>
            <ac:spMk id="2" creationId="{3163EF39-FF2F-BE41-B8F1-DA2473140AEA}"/>
          </ac:spMkLst>
        </pc:spChg>
        <pc:spChg chg="del">
          <ac:chgData name="MEHMET NEZİR AYDIN" userId="6a0b2df9-8a78-41f4-857e-55d47a0db264" providerId="ADAL" clId="{8E0F8849-3D27-E04B-AC89-8CDD1B85D8A7}" dt="2023-10-08T15:10:51.830" v="2221" actId="22"/>
          <ac:spMkLst>
            <pc:docMk/>
            <pc:sldMk cId="1134925560" sldId="259"/>
            <ac:spMk id="3" creationId="{52272B63-1189-5867-490C-27F7059EF03A}"/>
          </ac:spMkLst>
        </pc:spChg>
        <pc:spChg chg="add mod">
          <ac:chgData name="MEHMET NEZİR AYDIN" userId="6a0b2df9-8a78-41f4-857e-55d47a0db264" providerId="ADAL" clId="{8E0F8849-3D27-E04B-AC89-8CDD1B85D8A7}" dt="2023-10-08T15:37:35.502" v="2333" actId="14100"/>
          <ac:spMkLst>
            <pc:docMk/>
            <pc:sldMk cId="1134925560" sldId="259"/>
            <ac:spMk id="5" creationId="{C0BBFE3A-A66D-A893-E585-A00D1ACEB647}"/>
          </ac:spMkLst>
        </pc:spChg>
        <pc:spChg chg="add mod">
          <ac:chgData name="MEHMET NEZİR AYDIN" userId="6a0b2df9-8a78-41f4-857e-55d47a0db264" providerId="ADAL" clId="{8E0F8849-3D27-E04B-AC89-8CDD1B85D8A7}" dt="2023-10-08T15:37:59.130" v="2337" actId="1076"/>
          <ac:spMkLst>
            <pc:docMk/>
            <pc:sldMk cId="1134925560" sldId="259"/>
            <ac:spMk id="6" creationId="{AEE39613-396E-CA4B-E2D2-28B6A8245BD2}"/>
          </ac:spMkLst>
        </pc:spChg>
        <pc:spChg chg="add">
          <ac:chgData name="MEHMET NEZİR AYDIN" userId="6a0b2df9-8a78-41f4-857e-55d47a0db264" providerId="ADAL" clId="{8E0F8849-3D27-E04B-AC89-8CDD1B85D8A7}" dt="2023-10-08T15:12:31.245" v="2233" actId="139"/>
          <ac:spMkLst>
            <pc:docMk/>
            <pc:sldMk cId="1134925560" sldId="259"/>
            <ac:spMk id="7" creationId="{477108D4-C20F-5E17-B987-BCE790150647}"/>
          </ac:spMkLst>
        </pc:spChg>
        <pc:spChg chg="add mod">
          <ac:chgData name="MEHMET NEZİR AYDIN" userId="6a0b2df9-8a78-41f4-857e-55d47a0db264" providerId="ADAL" clId="{8E0F8849-3D27-E04B-AC89-8CDD1B85D8A7}" dt="2023-10-08T15:40:03.374" v="2342" actId="1076"/>
          <ac:spMkLst>
            <pc:docMk/>
            <pc:sldMk cId="1134925560" sldId="259"/>
            <ac:spMk id="9" creationId="{0F84E6B5-8BFF-6EAD-6F31-105322A87BF9}"/>
          </ac:spMkLst>
        </pc:spChg>
        <pc:spChg chg="add del">
          <ac:chgData name="MEHMET NEZİR AYDIN" userId="6a0b2df9-8a78-41f4-857e-55d47a0db264" providerId="ADAL" clId="{8E0F8849-3D27-E04B-AC89-8CDD1B85D8A7}" dt="2023-10-08T15:25:49.697" v="2322" actId="478"/>
          <ac:spMkLst>
            <pc:docMk/>
            <pc:sldMk cId="1134925560" sldId="259"/>
            <ac:spMk id="10" creationId="{82F7D9D4-985D-D0F7-3CD0-D402038C93C4}"/>
          </ac:spMkLst>
        </pc:spChg>
        <pc:spChg chg="add mod">
          <ac:chgData name="MEHMET NEZİR AYDIN" userId="6a0b2df9-8a78-41f4-857e-55d47a0db264" providerId="ADAL" clId="{8E0F8849-3D27-E04B-AC89-8CDD1B85D8A7}" dt="2023-10-08T15:38:46.794" v="2338" actId="14100"/>
          <ac:spMkLst>
            <pc:docMk/>
            <pc:sldMk cId="1134925560" sldId="259"/>
            <ac:spMk id="12" creationId="{54E0E8A8-19CF-EF2F-657B-4AFFF45143B1}"/>
          </ac:spMkLst>
        </pc:spChg>
        <pc:spChg chg="add mod">
          <ac:chgData name="MEHMET NEZİR AYDIN" userId="6a0b2df9-8a78-41f4-857e-55d47a0db264" providerId="ADAL" clId="{8E0F8849-3D27-E04B-AC89-8CDD1B85D8A7}" dt="2023-10-08T15:58:46.436" v="2358" actId="1076"/>
          <ac:spMkLst>
            <pc:docMk/>
            <pc:sldMk cId="1134925560" sldId="259"/>
            <ac:spMk id="13" creationId="{C73C2536-0A49-73EB-AC15-FF695C545649}"/>
          </ac:spMkLst>
        </pc:spChg>
      </pc:sldChg>
      <pc:sldChg chg="addSp delSp modSp new ord">
        <pc:chgData name="MEHMET NEZİR AYDIN" userId="6a0b2df9-8a78-41f4-857e-55d47a0db264" providerId="ADAL" clId="{8E0F8849-3D27-E04B-AC89-8CDD1B85D8A7}" dt="2023-10-08T16:55:27.644" v="2708" actId="1076"/>
        <pc:sldMkLst>
          <pc:docMk/>
          <pc:sldMk cId="2274638697" sldId="260"/>
        </pc:sldMkLst>
        <pc:spChg chg="del mod">
          <ac:chgData name="MEHMET NEZİR AYDIN" userId="6a0b2df9-8a78-41f4-857e-55d47a0db264" providerId="ADAL" clId="{8E0F8849-3D27-E04B-AC89-8CDD1B85D8A7}" dt="2023-10-08T16:08:07.446" v="2438" actId="478"/>
          <ac:spMkLst>
            <pc:docMk/>
            <pc:sldMk cId="2274638697" sldId="260"/>
            <ac:spMk id="2" creationId="{44596512-F0EF-4C66-2333-1B777915E29A}"/>
          </ac:spMkLst>
        </pc:spChg>
        <pc:spChg chg="mod">
          <ac:chgData name="MEHMET NEZİR AYDIN" userId="6a0b2df9-8a78-41f4-857e-55d47a0db264" providerId="ADAL" clId="{8E0F8849-3D27-E04B-AC89-8CDD1B85D8A7}" dt="2023-10-08T16:55:18.203" v="2707" actId="1076"/>
          <ac:spMkLst>
            <pc:docMk/>
            <pc:sldMk cId="2274638697" sldId="260"/>
            <ac:spMk id="3" creationId="{A91EADFD-6356-7B90-2334-ED25F6F82079}"/>
          </ac:spMkLst>
        </pc:spChg>
        <pc:spChg chg="add mod">
          <ac:chgData name="MEHMET NEZİR AYDIN" userId="6a0b2df9-8a78-41f4-857e-55d47a0db264" providerId="ADAL" clId="{8E0F8849-3D27-E04B-AC89-8CDD1B85D8A7}" dt="2023-10-08T16:13:29.067" v="2471" actId="1076"/>
          <ac:spMkLst>
            <pc:docMk/>
            <pc:sldMk cId="2274638697" sldId="260"/>
            <ac:spMk id="5" creationId="{2191D004-3760-6FA5-424F-54C8EF1F4DBE}"/>
          </ac:spMkLst>
        </pc:spChg>
        <pc:spChg chg="add mod">
          <ac:chgData name="MEHMET NEZİR AYDIN" userId="6a0b2df9-8a78-41f4-857e-55d47a0db264" providerId="ADAL" clId="{8E0F8849-3D27-E04B-AC89-8CDD1B85D8A7}" dt="2023-10-08T16:55:27.644" v="2708" actId="1076"/>
          <ac:spMkLst>
            <pc:docMk/>
            <pc:sldMk cId="2274638697" sldId="260"/>
            <ac:spMk id="6" creationId="{D3A48E99-0F95-A210-94A3-1013E0BB74B2}"/>
          </ac:spMkLst>
        </pc:spChg>
      </pc:sldChg>
      <pc:sldChg chg="addSp delSp modSp new">
        <pc:chgData name="MEHMET NEZİR AYDIN" userId="6a0b2df9-8a78-41f4-857e-55d47a0db264" providerId="ADAL" clId="{8E0F8849-3D27-E04B-AC89-8CDD1B85D8A7}" dt="2023-10-08T17:12:04.131" v="2808" actId="1076"/>
        <pc:sldMkLst>
          <pc:docMk/>
          <pc:sldMk cId="2442481654" sldId="261"/>
        </pc:sldMkLst>
        <pc:spChg chg="del">
          <ac:chgData name="MEHMET NEZİR AYDIN" userId="6a0b2df9-8a78-41f4-857e-55d47a0db264" providerId="ADAL" clId="{8E0F8849-3D27-E04B-AC89-8CDD1B85D8A7}" dt="2023-10-08T16:41:57.458" v="2637" actId="478"/>
          <ac:spMkLst>
            <pc:docMk/>
            <pc:sldMk cId="2442481654" sldId="261"/>
            <ac:spMk id="2" creationId="{01FAB8B9-5CE9-2F04-F016-9956D65FB64C}"/>
          </ac:spMkLst>
        </pc:spChg>
        <pc:spChg chg="mod">
          <ac:chgData name="MEHMET NEZİR AYDIN" userId="6a0b2df9-8a78-41f4-857e-55d47a0db264" providerId="ADAL" clId="{8E0F8849-3D27-E04B-AC89-8CDD1B85D8A7}" dt="2023-10-08T17:10:55.009" v="2797" actId="255"/>
          <ac:spMkLst>
            <pc:docMk/>
            <pc:sldMk cId="2442481654" sldId="261"/>
            <ac:spMk id="3" creationId="{4B320D7F-DE31-844A-2A85-1B68FD764CC8}"/>
          </ac:spMkLst>
        </pc:spChg>
        <pc:spChg chg="add mod">
          <ac:chgData name="MEHMET NEZİR AYDIN" userId="6a0b2df9-8a78-41f4-857e-55d47a0db264" providerId="ADAL" clId="{8E0F8849-3D27-E04B-AC89-8CDD1B85D8A7}" dt="2023-10-08T17:11:52.394" v="2806" actId="1076"/>
          <ac:spMkLst>
            <pc:docMk/>
            <pc:sldMk cId="2442481654" sldId="261"/>
            <ac:spMk id="4" creationId="{426F0EEA-AFE1-4D99-CACD-ECD292D82313}"/>
          </ac:spMkLst>
        </pc:spChg>
        <pc:spChg chg="add mod">
          <ac:chgData name="MEHMET NEZİR AYDIN" userId="6a0b2df9-8a78-41f4-857e-55d47a0db264" providerId="ADAL" clId="{8E0F8849-3D27-E04B-AC89-8CDD1B85D8A7}" dt="2023-10-08T17:11:59.030" v="2807" actId="1076"/>
          <ac:spMkLst>
            <pc:docMk/>
            <pc:sldMk cId="2442481654" sldId="261"/>
            <ac:spMk id="5" creationId="{D6E50271-74C1-22EC-A783-83DF4612220B}"/>
          </ac:spMkLst>
        </pc:spChg>
        <pc:spChg chg="add mod">
          <ac:chgData name="MEHMET NEZİR AYDIN" userId="6a0b2df9-8a78-41f4-857e-55d47a0db264" providerId="ADAL" clId="{8E0F8849-3D27-E04B-AC89-8CDD1B85D8A7}" dt="2023-10-08T17:12:04.131" v="2808" actId="1076"/>
          <ac:spMkLst>
            <pc:docMk/>
            <pc:sldMk cId="2442481654" sldId="261"/>
            <ac:spMk id="6" creationId="{D985AF03-5C10-F6E3-F3B3-2167F96A27B3}"/>
          </ac:spMkLst>
        </pc:spChg>
      </pc:sldChg>
      <pc:sldChg chg="addSp delSp modSp new">
        <pc:chgData name="MEHMET NEZİR AYDIN" userId="6a0b2df9-8a78-41f4-857e-55d47a0db264" providerId="ADAL" clId="{8E0F8849-3D27-E04B-AC89-8CDD1B85D8A7}" dt="2023-10-08T17:23:23.471" v="2998" actId="1076"/>
        <pc:sldMkLst>
          <pc:docMk/>
          <pc:sldMk cId="3770505598" sldId="262"/>
        </pc:sldMkLst>
        <pc:spChg chg="del">
          <ac:chgData name="MEHMET NEZİR AYDIN" userId="6a0b2df9-8a78-41f4-857e-55d47a0db264" providerId="ADAL" clId="{8E0F8849-3D27-E04B-AC89-8CDD1B85D8A7}" dt="2023-10-08T17:12:58.988" v="2810" actId="478"/>
          <ac:spMkLst>
            <pc:docMk/>
            <pc:sldMk cId="3770505598" sldId="262"/>
            <ac:spMk id="2" creationId="{9E82D3EE-1E9C-B42C-5080-1409D416A481}"/>
          </ac:spMkLst>
        </pc:spChg>
        <pc:spChg chg="mod">
          <ac:chgData name="MEHMET NEZİR AYDIN" userId="6a0b2df9-8a78-41f4-857e-55d47a0db264" providerId="ADAL" clId="{8E0F8849-3D27-E04B-AC89-8CDD1B85D8A7}" dt="2023-10-08T17:14:14.179" v="2834" actId="1076"/>
          <ac:spMkLst>
            <pc:docMk/>
            <pc:sldMk cId="3770505598" sldId="262"/>
            <ac:spMk id="3" creationId="{EB61C998-5015-FB85-CCFF-056844FDB36A}"/>
          </ac:spMkLst>
        </pc:spChg>
        <pc:spChg chg="add mod">
          <ac:chgData name="MEHMET NEZİR AYDIN" userId="6a0b2df9-8a78-41f4-857e-55d47a0db264" providerId="ADAL" clId="{8E0F8849-3D27-E04B-AC89-8CDD1B85D8A7}" dt="2023-10-08T17:22:27.322" v="2990" actId="1076"/>
          <ac:spMkLst>
            <pc:docMk/>
            <pc:sldMk cId="3770505598" sldId="262"/>
            <ac:spMk id="4" creationId="{A6F0ECA3-4D94-8AE0-EC88-E71DE72BB7C7}"/>
          </ac:spMkLst>
        </pc:spChg>
        <pc:spChg chg="add mod">
          <ac:chgData name="MEHMET NEZİR AYDIN" userId="6a0b2df9-8a78-41f4-857e-55d47a0db264" providerId="ADAL" clId="{8E0F8849-3D27-E04B-AC89-8CDD1B85D8A7}" dt="2023-10-08T17:22:17.475" v="2989" actId="1076"/>
          <ac:spMkLst>
            <pc:docMk/>
            <pc:sldMk cId="3770505598" sldId="262"/>
            <ac:spMk id="5" creationId="{0670C068-DC0B-27E1-862E-F421F097D8AB}"/>
          </ac:spMkLst>
        </pc:spChg>
        <pc:spChg chg="add mod">
          <ac:chgData name="MEHMET NEZİR AYDIN" userId="6a0b2df9-8a78-41f4-857e-55d47a0db264" providerId="ADAL" clId="{8E0F8849-3D27-E04B-AC89-8CDD1B85D8A7}" dt="2023-10-08T17:23:23.471" v="2998" actId="1076"/>
          <ac:spMkLst>
            <pc:docMk/>
            <pc:sldMk cId="3770505598" sldId="262"/>
            <ac:spMk id="6" creationId="{787698F5-DBB8-07C4-258A-82B53FF00A6E}"/>
          </ac:spMkLst>
        </pc:spChg>
      </pc:sldChg>
      <pc:sldMasterChg chg="modSp modSldLayout">
        <pc:chgData name="MEHMET NEZİR AYDIN" userId="6a0b2df9-8a78-41f4-857e-55d47a0db264" providerId="ADAL" clId="{8E0F8849-3D27-E04B-AC89-8CDD1B85D8A7}" dt="2023-10-08T13:12:28.317" v="888" actId="26743"/>
        <pc:sldMasterMkLst>
          <pc:docMk/>
          <pc:sldMasterMk cId="0" sldId="2147483648"/>
        </pc:sldMasterMkLst>
        <pc:spChg chg="mod">
          <ac:chgData name="MEHMET NEZİR AYDIN" userId="6a0b2df9-8a78-41f4-857e-55d47a0db264" providerId="ADAL" clId="{8E0F8849-3D27-E04B-AC89-8CDD1B85D8A7}" dt="2023-10-08T13:12:28.317" v="888" actId="26743"/>
          <ac:spMkLst>
            <pc:docMk/>
            <pc:sldMasterMk cId="0" sldId="2147483648"/>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ac:spMk id="4"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ac:spMk id="5"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ac:spMk id="6" creationId="{00000000-0000-0000-0000-000000000000}"/>
          </ac:spMkLst>
        </pc:sp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49"/>
          </pc:sldLayoutMkLst>
          <pc:spChg chg="mod">
            <ac:chgData name="MEHMET NEZİR AYDIN" userId="6a0b2df9-8a78-41f4-857e-55d47a0db264" providerId="ADAL" clId="{8E0F8849-3D27-E04B-AC89-8CDD1B85D8A7}" dt="2023-10-08T13:12:28.317" v="888" actId="26743"/>
            <ac:spMkLst>
              <pc:docMk/>
              <pc:sldMasterMk cId="0" sldId="2147483648"/>
              <pc:sldLayoutMk cId="0" sldId="2147483649"/>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49"/>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49"/>
              <ac:spMk id="4"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49"/>
              <ac:spMk id="5"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49"/>
              <ac:spMk id="6"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49"/>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0"/>
          </pc:sldLayoutMkLst>
          <pc:picChg chg="mod">
            <ac:chgData name="MEHMET NEZİR AYDIN" userId="6a0b2df9-8a78-41f4-857e-55d47a0db264" providerId="ADAL" clId="{8E0F8849-3D27-E04B-AC89-8CDD1B85D8A7}" dt="2023-10-08T13:12:28.317" v="888" actId="26743"/>
            <ac:picMkLst>
              <pc:docMk/>
              <pc:sldMasterMk cId="0" sldId="2147483648"/>
              <pc:sldLayoutMk cId="0" sldId="2147483650"/>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1"/>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1"/>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1"/>
              <ac:spMk id="3"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1"/>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2"/>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2"/>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2"/>
              <ac:spMk id="4"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2"/>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3"/>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3"/>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3"/>
              <ac:spMk id="4"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3"/>
              <ac:spMk id="5"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3"/>
              <ac:spMk id="6" creationId="{00000000-0000-0000-0000-000000000000}"/>
            </ac:spMkLst>
          </pc:sp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4"/>
          </pc:sldLayoutMkLst>
          <pc:picChg chg="mod">
            <ac:chgData name="MEHMET NEZİR AYDIN" userId="6a0b2df9-8a78-41f4-857e-55d47a0db264" providerId="ADAL" clId="{8E0F8849-3D27-E04B-AC89-8CDD1B85D8A7}" dt="2023-10-08T13:12:28.317" v="888" actId="26743"/>
            <ac:picMkLst>
              <pc:docMk/>
              <pc:sldMasterMk cId="0" sldId="2147483648"/>
              <pc:sldLayoutMk cId="0" sldId="2147483654"/>
              <ac:picMk id="6"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5"/>
          </pc:sldLayoutMkLst>
          <pc:picChg chg="mod">
            <ac:chgData name="MEHMET NEZİR AYDIN" userId="6a0b2df9-8a78-41f4-857e-55d47a0db264" providerId="ADAL" clId="{8E0F8849-3D27-E04B-AC89-8CDD1B85D8A7}" dt="2023-10-08T13:12:28.317" v="888" actId="26743"/>
            <ac:picMkLst>
              <pc:docMk/>
              <pc:sldMasterMk cId="0" sldId="2147483648"/>
              <pc:sldLayoutMk cId="0" sldId="2147483655"/>
              <ac:picMk id="5"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6"/>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6"/>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6"/>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6"/>
              <ac:spMk id="4"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6"/>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7"/>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7"/>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7"/>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7"/>
              <ac:spMk id="4"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7"/>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8"/>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8"/>
              <ac:spMk id="8"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8"/>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59"/>
          </pc:sldLayoutMkLst>
          <pc:spChg chg="mod">
            <ac:chgData name="MEHMET NEZİR AYDIN" userId="6a0b2df9-8a78-41f4-857e-55d47a0db264" providerId="ADAL" clId="{8E0F8849-3D27-E04B-AC89-8CDD1B85D8A7}" dt="2023-10-08T13:12:28.317" v="888" actId="26743"/>
            <ac:spMkLst>
              <pc:docMk/>
              <pc:sldMasterMk cId="0" sldId="2147483648"/>
              <pc:sldLayoutMk cId="0" sldId="2147483659"/>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59"/>
              <ac:spMk id="3"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59"/>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0"/>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0"/>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0"/>
              <ac:spMk id="4"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0"/>
              <ac:spMk id="14"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0"/>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3"/>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3"/>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3"/>
              <ac:spMk id="3"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3"/>
              <ac:picMk id="7"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4"/>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4"/>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4"/>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4"/>
              <ac:spMk id="10"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4"/>
              <ac:spMk id="11"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4"/>
              <ac:spMk id="15"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4"/>
              <ac:picMk id="16"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5"/>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5"/>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5"/>
              <ac:spMk id="3"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5"/>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7"/>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7"/>
              <ac:spMk id="2"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7"/>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7"/>
              <ac:spMk id="10"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7"/>
              <ac:picMk id="8" creationId="{00000000-0000-0000-0000-000000000000}"/>
            </ac:picMkLst>
          </pc:picChg>
        </pc:sldLayoutChg>
        <pc:sldLayoutChg chg="modSp">
          <pc:chgData name="MEHMET NEZİR AYDIN" userId="6a0b2df9-8a78-41f4-857e-55d47a0db264" providerId="ADAL" clId="{8E0F8849-3D27-E04B-AC89-8CDD1B85D8A7}" dt="2023-10-08T13:12:28.317" v="888" actId="26743"/>
          <pc:sldLayoutMkLst>
            <pc:docMk/>
            <pc:sldMasterMk cId="0" sldId="2147483648"/>
            <pc:sldLayoutMk cId="0" sldId="2147483668"/>
          </pc:sldLayoutMkLst>
          <pc:spChg chg="mod">
            <ac:chgData name="MEHMET NEZİR AYDIN" userId="6a0b2df9-8a78-41f4-857e-55d47a0db264" providerId="ADAL" clId="{8E0F8849-3D27-E04B-AC89-8CDD1B85D8A7}" dt="2023-10-08T13:12:28.317" v="888" actId="26743"/>
            <ac:spMkLst>
              <pc:docMk/>
              <pc:sldMasterMk cId="0" sldId="2147483648"/>
              <pc:sldLayoutMk cId="0" sldId="2147483668"/>
              <ac:spMk id="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8"/>
              <ac:spMk id="10"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8"/>
              <ac:spMk id="13"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8"/>
              <ac:spMk id="14" creationId="{00000000-0000-0000-0000-000000000000}"/>
            </ac:spMkLst>
          </pc:spChg>
          <pc:spChg chg="mod">
            <ac:chgData name="MEHMET NEZİR AYDIN" userId="6a0b2df9-8a78-41f4-857e-55d47a0db264" providerId="ADAL" clId="{8E0F8849-3D27-E04B-AC89-8CDD1B85D8A7}" dt="2023-10-08T13:12:28.317" v="888" actId="26743"/>
            <ac:spMkLst>
              <pc:docMk/>
              <pc:sldMasterMk cId="0" sldId="2147483648"/>
              <pc:sldLayoutMk cId="0" sldId="2147483668"/>
              <ac:spMk id="16" creationId="{00000000-0000-0000-0000-000000000000}"/>
            </ac:spMkLst>
          </pc:spChg>
          <pc:picChg chg="mod">
            <ac:chgData name="MEHMET NEZİR AYDIN" userId="6a0b2df9-8a78-41f4-857e-55d47a0db264" providerId="ADAL" clId="{8E0F8849-3D27-E04B-AC89-8CDD1B85D8A7}" dt="2023-10-08T13:12:28.317" v="888" actId="26743"/>
            <ac:picMkLst>
              <pc:docMk/>
              <pc:sldMasterMk cId="0" sldId="2147483648"/>
              <pc:sldLayoutMk cId="0" sldId="2147483668"/>
              <ac:picMk id="11" creationId="{00000000-0000-0000-0000-000000000000}"/>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ctrTitle"/>
          </p:nvPr>
        </p:nvSpPr>
        <p:spPr>
          <a:xfrm>
            <a:off x="3962400" y="1964267"/>
            <a:ext cx="7197727" cy="2421464"/>
          </a:xfrm>
        </p:spPr>
        <p:txBody>
          <a:bodyPr anchor="b">
            <a:normAutofit/>
          </a:bodyPr>
          <a:lstStyle>
            <a:lvl1pPr algn="r">
              <a:defRPr sz="27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3962400" y="4385736"/>
            <a:ext cx="7197727" cy="1405467"/>
          </a:xfrm>
        </p:spPr>
        <p:txBody>
          <a:bodyPr anchor="t">
            <a:normAutofit/>
          </a:bodyPr>
          <a:lstStyle>
            <a:lvl1pPr marL="0" indent="0" algn="r">
              <a:buNone/>
              <a:defRPr sz="1013" cap="all">
                <a:solidFill>
                  <a:schemeClr val="tx1"/>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8932559" y="5870579"/>
            <a:ext cx="1600200" cy="377825"/>
          </a:xfrm>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a:xfrm>
            <a:off x="3962401" y="5870579"/>
            <a:ext cx="4893959" cy="377825"/>
          </a:xfrm>
        </p:spPr>
        <p:txBody>
          <a:bodyPr/>
          <a:lstStyle/>
          <a:p>
            <a:endParaRPr lang="en-US" dirty="0"/>
          </a:p>
        </p:txBody>
      </p:sp>
      <p:sp>
        <p:nvSpPr>
          <p:cNvPr id="6" name="Slide Number Placeholder 5"/>
          <p:cNvSpPr>
            <a:spLocks noGrp="1"/>
          </p:cNvSpPr>
          <p:nvPr>
            <p:ph type="sldNum" sz="quarter" idx="12"/>
          </p:nvPr>
        </p:nvSpPr>
        <p:spPr>
          <a:xfrm>
            <a:off x="10608961" y="5870579"/>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225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1125" cap="all">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5803" y="2142067"/>
            <a:ext cx="4995335" cy="364913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21895" y="2142071"/>
            <a:ext cx="4995332" cy="3649133"/>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hasCustomPrompt="1"/>
          </p:nvPr>
        </p:nvSpPr>
        <p:spPr>
          <a:xfrm>
            <a:off x="973671" y="2218267"/>
            <a:ext cx="4709055" cy="576262"/>
          </a:xfrm>
        </p:spPr>
        <p:txBody>
          <a:bodyPr anchor="b">
            <a:noAutofit/>
          </a:bodyPr>
          <a:lstStyle>
            <a:lvl1pPr marL="0" indent="0">
              <a:buNone/>
              <a:defRPr sz="1575" b="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hasCustomPrompt="1"/>
          </p:nvPr>
        </p:nvSpPr>
        <p:spPr>
          <a:xfrm>
            <a:off x="6096004" y="2226734"/>
            <a:ext cx="4722813" cy="576262"/>
          </a:xfrm>
        </p:spPr>
        <p:txBody>
          <a:bodyPr anchor="b">
            <a:noAutofit/>
          </a:bodyPr>
          <a:lstStyle>
            <a:lvl1pPr marL="0" indent="0">
              <a:buNone/>
              <a:defRPr sz="1575" b="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MASTER TEXT STYLES</a:t>
            </a:r>
          </a:p>
        </p:txBody>
      </p:sp>
      <p:sp>
        <p:nvSpPr>
          <p:cNvPr id="6" name="Content Placeholder 5"/>
          <p:cNvSpPr>
            <a:spLocks noGrp="1"/>
          </p:cNvSpPr>
          <p:nvPr>
            <p:ph sz="quarter" idx="4"/>
          </p:nvPr>
        </p:nvSpPr>
        <p:spPr>
          <a:xfrm>
            <a:off x="5823484" y="2870201"/>
            <a:ext cx="4995335"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1350" b="0"/>
            </a:lvl1pPr>
          </a:lstStyle>
          <a:p>
            <a:r>
              <a:rPr lang="tr-TR"/>
              <a:t>Asıl başlık stilini düzenlemek için tıklayın</a:t>
            </a:r>
            <a:endParaRPr lang="en-US" dirty="0"/>
          </a:p>
        </p:txBody>
      </p:sp>
      <p:sp>
        <p:nvSpPr>
          <p:cNvPr id="3" name="Content Placeholder 2"/>
          <p:cNvSpPr>
            <a:spLocks noGrp="1"/>
          </p:cNvSpPr>
          <p:nvPr>
            <p:ph idx="1"/>
          </p:nvPr>
        </p:nvSpPr>
        <p:spPr>
          <a:xfrm>
            <a:off x="4648200" y="609601"/>
            <a:ext cx="6169027" cy="5181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900"/>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1575"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7536255" y="914400"/>
            <a:ext cx="3280975"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900"/>
            </a:lvl1pPr>
            <a:lvl2pPr marL="257175" indent="0">
              <a:buNone/>
              <a:defRPr sz="900"/>
            </a:lvl2pPr>
            <a:lvl3pPr marL="514350" indent="0">
              <a:buNone/>
              <a:defRPr sz="900"/>
            </a:lvl3pPr>
            <a:lvl4pPr marL="771525" indent="0">
              <a:buNone/>
              <a:defRPr sz="900"/>
            </a:lvl4pPr>
            <a:lvl5pPr marL="1028700" indent="0">
              <a:buNone/>
              <a:defRPr sz="900"/>
            </a:lvl5pPr>
            <a:lvl6pPr marL="1285875" indent="0">
              <a:buNone/>
              <a:defRPr sz="900"/>
            </a:lvl6pPr>
            <a:lvl7pPr marL="1543050" indent="0">
              <a:buNone/>
              <a:defRPr sz="900"/>
            </a:lvl7pPr>
            <a:lvl8pPr marL="1800225" indent="0">
              <a:buNone/>
              <a:defRPr sz="900"/>
            </a:lvl8pPr>
            <a:lvl9pPr marL="2057400" indent="0">
              <a:buNone/>
              <a:defRPr sz="9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013"/>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135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900"/>
            </a:lvl1pPr>
            <a:lvl2pPr marL="257175" indent="0">
              <a:buNone/>
              <a:defRPr sz="900"/>
            </a:lvl2pPr>
            <a:lvl3pPr marL="514350" indent="0">
              <a:buNone/>
              <a:defRPr sz="900"/>
            </a:lvl3pPr>
            <a:lvl4pPr marL="771525" indent="0">
              <a:buNone/>
              <a:defRPr sz="900"/>
            </a:lvl4pPr>
            <a:lvl5pPr marL="1028700" indent="0">
              <a:buNone/>
              <a:defRPr sz="900"/>
            </a:lvl5pPr>
            <a:lvl6pPr marL="1285875" indent="0">
              <a:buNone/>
              <a:defRPr sz="900"/>
            </a:lvl6pPr>
            <a:lvl7pPr marL="1543050" indent="0">
              <a:buNone/>
              <a:defRPr sz="900"/>
            </a:lvl7pPr>
            <a:lvl8pPr marL="1800225" indent="0">
              <a:buNone/>
              <a:defRPr sz="900"/>
            </a:lvl8pPr>
            <a:lvl9pPr marL="2057400" indent="0">
              <a:buNone/>
              <a:defRPr sz="9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1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802" y="4343400"/>
            <a:ext cx="10131428" cy="1447800"/>
          </a:xfrm>
        </p:spPr>
        <p:txBody>
          <a:bodyPr anchor="ctr">
            <a:normAutofit/>
          </a:bodyPr>
          <a:lstStyle>
            <a:lvl1pPr marL="0" indent="0" algn="l">
              <a:buNone/>
              <a:defRPr sz="1125">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51435" tIns="25718" rIns="51435" bIns="2571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45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51435" tIns="25718" rIns="51435" bIns="2571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4500" dirty="0">
                <a:solidFill>
                  <a:schemeClr val="tx1"/>
                </a:solidFill>
                <a:effectLst/>
              </a:rPr>
              <a:t>“</a:t>
            </a:r>
          </a:p>
        </p:txBody>
      </p:sp>
      <p:sp>
        <p:nvSpPr>
          <p:cNvPr id="2" name="Title 1"/>
          <p:cNvSpPr>
            <a:spLocks noGrp="1"/>
          </p:cNvSpPr>
          <p:nvPr>
            <p:ph type="title"/>
          </p:nvPr>
        </p:nvSpPr>
        <p:spPr>
          <a:xfrm>
            <a:off x="992270" y="609604"/>
            <a:ext cx="9550399" cy="2743199"/>
          </a:xfrm>
        </p:spPr>
        <p:txBody>
          <a:bodyPr anchor="ctr">
            <a:normAutofit/>
          </a:bodyPr>
          <a:lstStyle>
            <a:lvl1pPr algn="l">
              <a:defRPr sz="18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7467" y="4343400"/>
            <a:ext cx="10152367" cy="1447800"/>
          </a:xfrm>
        </p:spPr>
        <p:txBody>
          <a:bodyPr anchor="ctr">
            <a:normAutofit/>
          </a:bodyPr>
          <a:lstStyle>
            <a:lvl1pPr marL="0" indent="0" algn="l">
              <a:buNone/>
              <a:defRPr sz="1125">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3" y="3308581"/>
            <a:ext cx="10131425" cy="1468800"/>
          </a:xfrm>
        </p:spPr>
        <p:txBody>
          <a:bodyPr anchor="b">
            <a:normAutofit/>
          </a:bodyPr>
          <a:lstStyle>
            <a:lvl1pPr algn="l">
              <a:defRPr sz="1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800" y="4777381"/>
            <a:ext cx="10131427" cy="860400"/>
          </a:xfrm>
        </p:spPr>
        <p:txBody>
          <a:bodyPr anchor="t">
            <a:normAutofit/>
          </a:bodyPr>
          <a:lstStyle>
            <a:lvl1pPr marL="0" indent="0" algn="l">
              <a:buNone/>
              <a:defRPr sz="1125">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51435" tIns="25718" rIns="51435" bIns="2571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45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51435" tIns="25718" rIns="51435" bIns="2571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4500" dirty="0">
                <a:solidFill>
                  <a:schemeClr val="tx1"/>
                </a:solidFill>
                <a:effectLst/>
              </a:rPr>
              <a:t>“</a:t>
            </a:r>
          </a:p>
        </p:txBody>
      </p:sp>
      <p:sp>
        <p:nvSpPr>
          <p:cNvPr id="16" name="Title 1"/>
          <p:cNvSpPr>
            <a:spLocks noGrp="1"/>
          </p:cNvSpPr>
          <p:nvPr>
            <p:ph type="title"/>
          </p:nvPr>
        </p:nvSpPr>
        <p:spPr>
          <a:xfrm>
            <a:off x="992270" y="609604"/>
            <a:ext cx="9550399" cy="2743199"/>
          </a:xfrm>
        </p:spPr>
        <p:txBody>
          <a:bodyPr anchor="ctr">
            <a:normAutofit/>
          </a:bodyPr>
          <a:lstStyle>
            <a:lvl1pPr algn="l">
              <a:defRPr sz="18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5802" y="3886200"/>
            <a:ext cx="10135436" cy="889000"/>
          </a:xfrm>
        </p:spPr>
        <p:txBody>
          <a:bodyPr vert="horz" lIns="91440" tIns="45720" rIns="91440" bIns="45720" rtlCol="0" anchor="b">
            <a:normAutofit/>
          </a:bodyPr>
          <a:lstStyle>
            <a:lvl1pPr>
              <a:buNone/>
              <a:defRPr lang="en-US" sz="1350"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013">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Title 1"/>
          <p:cNvSpPr>
            <a:spLocks noGrp="1"/>
          </p:cNvSpPr>
          <p:nvPr>
            <p:ph type="title"/>
          </p:nvPr>
        </p:nvSpPr>
        <p:spPr>
          <a:xfrm>
            <a:off x="685801" y="609604"/>
            <a:ext cx="10131427" cy="2743199"/>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5802" y="3505200"/>
            <a:ext cx="10131428" cy="838200"/>
          </a:xfrm>
        </p:spPr>
        <p:txBody>
          <a:bodyPr vert="horz" lIns="91440" tIns="45720" rIns="91440" bIns="45720" rtlCol="0" anchor="b">
            <a:normAutofit/>
          </a:bodyPr>
          <a:lstStyle>
            <a:lvl1pPr>
              <a:buNone/>
              <a:defRPr lang="en-US" sz="1575"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5802" y="4343400"/>
            <a:ext cx="10131428" cy="1447800"/>
          </a:xfrm>
        </p:spPr>
        <p:txBody>
          <a:bodyPr anchor="t">
            <a:normAutofit/>
          </a:bodyPr>
          <a:lstStyle>
            <a:lvl1pPr marL="0" indent="0" algn="l">
              <a:buNone/>
              <a:defRPr sz="1013">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3" y="609603"/>
            <a:ext cx="10131425" cy="1456267"/>
          </a:xfrm>
        </p:spPr>
        <p:txBody>
          <a:bodyPr/>
          <a:lstStyle/>
          <a:p>
            <a:r>
              <a:rPr lang="tr-TR"/>
              <a:t>Asıl başlık stilini düzenlemek için tıklayın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2" y="609600"/>
            <a:ext cx="7832116" cy="5181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3" y="609603"/>
            <a:ext cx="10131425" cy="14562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5803" y="2142071"/>
            <a:ext cx="10131425" cy="3649133"/>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589660" y="5870579"/>
            <a:ext cx="1600200" cy="377825"/>
          </a:xfrm>
          <a:prstGeom prst="rect">
            <a:avLst/>
          </a:prstGeom>
        </p:spPr>
        <p:txBody>
          <a:bodyPr vert="horz" lIns="91440" tIns="45720" rIns="91440" bIns="45720" rtlCol="0" anchor="ctr"/>
          <a:lstStyle>
            <a:lvl1pPr algn="r">
              <a:defRPr sz="563" b="0" i="0">
                <a:solidFill>
                  <a:schemeClr val="tx1"/>
                </a:solidFill>
                <a:effectLst/>
                <a:latin typeface="+mn-lt"/>
              </a:defRPr>
            </a:lvl1pPr>
          </a:lstStyle>
          <a:p>
            <a:fld id="{B61BEF0D-F0BB-DE4B-95CE-6DB70DBA9567}" type="datetimeFigureOut">
              <a:rPr lang="en-US" dirty="0"/>
              <a:pPr/>
              <a:t>10/8/2023</a:t>
            </a:fld>
            <a:endParaRPr lang="en-US" dirty="0"/>
          </a:p>
        </p:txBody>
      </p:sp>
      <p:sp>
        <p:nvSpPr>
          <p:cNvPr id="5" name="Footer Placeholder 4"/>
          <p:cNvSpPr>
            <a:spLocks noGrp="1"/>
          </p:cNvSpPr>
          <p:nvPr>
            <p:ph type="ftr" sz="quarter" idx="3"/>
          </p:nvPr>
        </p:nvSpPr>
        <p:spPr>
          <a:xfrm>
            <a:off x="685801" y="5870579"/>
            <a:ext cx="7827659" cy="377825"/>
          </a:xfrm>
          <a:prstGeom prst="rect">
            <a:avLst/>
          </a:prstGeom>
        </p:spPr>
        <p:txBody>
          <a:bodyPr vert="horz" lIns="91440" tIns="45720" rIns="91440" bIns="45720" rtlCol="0" anchor="ctr"/>
          <a:lstStyle>
            <a:lvl1pPr algn="l">
              <a:defRPr sz="563"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3" y="5870579"/>
            <a:ext cx="551167" cy="377825"/>
          </a:xfrm>
          <a:prstGeom prst="rect">
            <a:avLst/>
          </a:prstGeom>
        </p:spPr>
        <p:txBody>
          <a:bodyPr vert="horz" lIns="91440" tIns="45720" rIns="91440" bIns="45720" rtlCol="0" anchor="ctr"/>
          <a:lstStyle>
            <a:lvl1pPr algn="r">
              <a:defRPr sz="563"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0F2CD9-F1C2-284F-691C-ECD9333D7BCB}"/>
              </a:ext>
            </a:extLst>
          </p:cNvPr>
          <p:cNvSpPr>
            <a:spLocks noGrp="1"/>
          </p:cNvSpPr>
          <p:nvPr>
            <p:ph type="ctrTitle"/>
          </p:nvPr>
        </p:nvSpPr>
        <p:spPr>
          <a:xfrm>
            <a:off x="1980384" y="1533655"/>
            <a:ext cx="9943195" cy="5009755"/>
          </a:xfrm>
        </p:spPr>
        <p:txBody>
          <a:bodyPr numCol="1" anchor="t">
            <a:normAutofit/>
          </a:bodyPr>
          <a:lstStyle/>
          <a:p>
            <a:pPr algn="l"/>
            <a:r>
              <a:rPr lang="tr-TR" dirty="0"/>
              <a:t>•</a:t>
            </a:r>
            <a:r>
              <a:rPr lang="tr-TR" sz="4400" dirty="0"/>
              <a:t>nedir?</a:t>
            </a:r>
            <a:br>
              <a:rPr lang="tr-TR" dirty="0"/>
            </a:br>
            <a:br>
              <a:rPr lang="tr-TR" dirty="0"/>
            </a:br>
            <a:r>
              <a:rPr lang="tr-TR" dirty="0"/>
              <a:t>•</a:t>
            </a:r>
            <a:r>
              <a:rPr lang="tr-TR" sz="4400" dirty="0"/>
              <a:t>ne amaçla kullanılır?</a:t>
            </a:r>
            <a:br>
              <a:rPr lang="tr-TR" dirty="0"/>
            </a:br>
            <a:br>
              <a:rPr lang="tr-TR" dirty="0"/>
            </a:br>
            <a:r>
              <a:rPr lang="tr-TR" dirty="0"/>
              <a:t>•</a:t>
            </a:r>
            <a:r>
              <a:rPr lang="tr-TR" sz="4400" dirty="0" err="1"/>
              <a:t>github</a:t>
            </a:r>
            <a:r>
              <a:rPr lang="tr-TR" sz="4400" dirty="0"/>
              <a:t> ile ortak proje nasıl yazılır?</a:t>
            </a:r>
            <a:endParaRPr lang="tr-TR" dirty="0"/>
          </a:p>
        </p:txBody>
      </p:sp>
      <p:sp>
        <p:nvSpPr>
          <p:cNvPr id="13" name="Başlık 1">
            <a:extLst>
              <a:ext uri="{FF2B5EF4-FFF2-40B4-BE49-F238E27FC236}">
                <a16:creationId xmlns:a16="http://schemas.microsoft.com/office/drawing/2014/main" id="{DA75092F-8BE2-AEB2-F857-CAA12E1939D7}"/>
              </a:ext>
            </a:extLst>
          </p:cNvPr>
          <p:cNvSpPr>
            <a:spLocks noGrp="1"/>
          </p:cNvSpPr>
          <p:nvPr>
            <p:ph type="ctrTitle"/>
          </p:nvPr>
        </p:nvSpPr>
        <p:spPr>
          <a:xfrm>
            <a:off x="3779438" y="167894"/>
            <a:ext cx="4633123" cy="1219066"/>
          </a:xfrm>
        </p:spPr>
        <p:txBody>
          <a:bodyPr>
            <a:noAutofit/>
          </a:bodyPr>
          <a:lstStyle/>
          <a:p>
            <a:r>
              <a:rPr lang="tr-TR" sz="9600" b="1" dirty="0" err="1"/>
              <a:t>Github</a:t>
            </a:r>
            <a:endParaRPr lang="tr-TR" sz="9600" b="1" dirty="0"/>
          </a:p>
        </p:txBody>
      </p:sp>
    </p:spTree>
    <p:extLst>
      <p:ext uri="{BB962C8B-B14F-4D97-AF65-F5344CB8AC3E}">
        <p14:creationId xmlns:p14="http://schemas.microsoft.com/office/powerpoint/2010/main" val="2824384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47299D-5825-70EA-ABE4-E0A3015648C7}"/>
              </a:ext>
            </a:extLst>
          </p:cNvPr>
          <p:cNvSpPr>
            <a:spLocks noGrp="1"/>
          </p:cNvSpPr>
          <p:nvPr>
            <p:ph type="title"/>
          </p:nvPr>
        </p:nvSpPr>
        <p:spPr>
          <a:xfrm>
            <a:off x="2227656" y="-700154"/>
            <a:ext cx="7955436" cy="2411597"/>
          </a:xfrm>
        </p:spPr>
        <p:txBody>
          <a:bodyPr>
            <a:noAutofit/>
          </a:bodyPr>
          <a:lstStyle/>
          <a:p>
            <a:r>
              <a:rPr lang="tr-TR" sz="9600" dirty="0" err="1"/>
              <a:t>Github</a:t>
            </a:r>
            <a:r>
              <a:rPr lang="tr-TR" sz="9600" dirty="0"/>
              <a:t> nedir?</a:t>
            </a:r>
          </a:p>
        </p:txBody>
      </p:sp>
      <p:sp>
        <p:nvSpPr>
          <p:cNvPr id="3" name="İçerik Yer Tutucusu 2">
            <a:extLst>
              <a:ext uri="{FF2B5EF4-FFF2-40B4-BE49-F238E27FC236}">
                <a16:creationId xmlns:a16="http://schemas.microsoft.com/office/drawing/2014/main" id="{45C43DAE-6519-36F9-BAC1-C16A97EBD4D1}"/>
              </a:ext>
            </a:extLst>
          </p:cNvPr>
          <p:cNvSpPr>
            <a:spLocks noGrp="1"/>
          </p:cNvSpPr>
          <p:nvPr>
            <p:ph idx="1"/>
          </p:nvPr>
        </p:nvSpPr>
        <p:spPr>
          <a:xfrm>
            <a:off x="3447336" y="1622525"/>
            <a:ext cx="8654857" cy="6714651"/>
          </a:xfrm>
        </p:spPr>
        <p:txBody>
          <a:bodyPr anchor="t">
            <a:noAutofit/>
          </a:bodyPr>
          <a:lstStyle/>
          <a:p>
            <a:pPr marL="0" indent="0">
              <a:buNone/>
            </a:pPr>
            <a:r>
              <a:rPr lang="tr-TR" sz="2800" dirty="0" err="1"/>
              <a:t>GitHub</a:t>
            </a:r>
            <a:r>
              <a:rPr lang="tr-TR" sz="2800" dirty="0"/>
              <a:t>, yazılım geliştiricilerinin işbirliği yapmalarını ve kodlarını yönetmelerini sağlayan çevrimiçi bir platformdur. Projelerinizi depolayabilir, sürüm kontrolü yapabilir ve diğer geliştiricilerle kolayca paylaşabilirsiniz. Ayrıca, kod incelemeleri, hata izleme ve proje yönetimi gibi araçlar sunar. </a:t>
            </a:r>
            <a:r>
              <a:rPr lang="tr-TR" sz="2800" dirty="0" err="1"/>
              <a:t>GitHub</a:t>
            </a:r>
            <a:r>
              <a:rPr lang="tr-TR" sz="2800" dirty="0"/>
              <a:t>, açık kaynak yazılımın büyümesine büyük katkı sağlar ve küresel bir geliştirici topluluğuna ev sahipliği yapar. Git adlı versiyon kontrol sistemi ile entegre olarak çalışır ve kodlarınızın güvenli ve düzenli bir şekilde saklanmasını sağlar. Geliştiriciler için vazgeçilmez bir </a:t>
            </a:r>
            <a:r>
              <a:rPr lang="tr-TR" sz="2800" dirty="0" err="1"/>
              <a:t>platformdır</a:t>
            </a:r>
            <a:r>
              <a:rPr lang="tr-TR" sz="2800" dirty="0"/>
              <a:t> ve yazılım projelerini daha verimli bir şekilde yönetmelerine yardımcı olur.</a:t>
            </a:r>
          </a:p>
        </p:txBody>
      </p:sp>
      <p:pic>
        <p:nvPicPr>
          <p:cNvPr id="6" name="Resim 7">
            <a:extLst>
              <a:ext uri="{FF2B5EF4-FFF2-40B4-BE49-F238E27FC236}">
                <a16:creationId xmlns:a16="http://schemas.microsoft.com/office/drawing/2014/main" id="{C3D6A4C8-1A19-3644-0297-9D24ABF67A27}"/>
              </a:ext>
            </a:extLst>
          </p:cNvPr>
          <p:cNvPicPr>
            <a:picLocks noChangeAspect="1"/>
          </p:cNvPicPr>
          <p:nvPr/>
        </p:nvPicPr>
        <p:blipFill>
          <a:blip r:embed="rId2"/>
          <a:stretch>
            <a:fillRect/>
          </a:stretch>
        </p:blipFill>
        <p:spPr>
          <a:xfrm>
            <a:off x="26138" y="1711443"/>
            <a:ext cx="3421198" cy="5146557"/>
          </a:xfrm>
          <a:prstGeom prst="rect">
            <a:avLst/>
          </a:prstGeom>
        </p:spPr>
      </p:pic>
    </p:spTree>
    <p:extLst>
      <p:ext uri="{BB962C8B-B14F-4D97-AF65-F5344CB8AC3E}">
        <p14:creationId xmlns:p14="http://schemas.microsoft.com/office/powerpoint/2010/main" val="419473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745110-9A46-95EA-0725-DB92A774A9B6}"/>
              </a:ext>
            </a:extLst>
          </p:cNvPr>
          <p:cNvSpPr>
            <a:spLocks noGrp="1"/>
          </p:cNvSpPr>
          <p:nvPr>
            <p:ph type="title"/>
          </p:nvPr>
        </p:nvSpPr>
        <p:spPr>
          <a:xfrm>
            <a:off x="1689031" y="-435498"/>
            <a:ext cx="8422749" cy="1968161"/>
          </a:xfrm>
        </p:spPr>
        <p:txBody>
          <a:bodyPr>
            <a:normAutofit/>
          </a:bodyPr>
          <a:lstStyle/>
          <a:p>
            <a:r>
              <a:rPr lang="tr-TR" sz="4800" dirty="0" err="1"/>
              <a:t>Github</a:t>
            </a:r>
            <a:r>
              <a:rPr lang="tr-TR" sz="4800" dirty="0"/>
              <a:t> ne amaçla kullanılır?</a:t>
            </a:r>
          </a:p>
        </p:txBody>
      </p:sp>
      <p:sp>
        <p:nvSpPr>
          <p:cNvPr id="10" name="Metin kutusu 9">
            <a:extLst>
              <a:ext uri="{FF2B5EF4-FFF2-40B4-BE49-F238E27FC236}">
                <a16:creationId xmlns:a16="http://schemas.microsoft.com/office/drawing/2014/main" id="{F70E38B8-51E3-B07A-B7EE-B4122EFDB14F}"/>
              </a:ext>
            </a:extLst>
          </p:cNvPr>
          <p:cNvSpPr txBox="1"/>
          <p:nvPr/>
        </p:nvSpPr>
        <p:spPr>
          <a:xfrm>
            <a:off x="318916" y="1028712"/>
            <a:ext cx="11554168" cy="1384995"/>
          </a:xfrm>
          <a:prstGeom prst="rect">
            <a:avLst/>
          </a:prstGeom>
          <a:noFill/>
        </p:spPr>
        <p:txBody>
          <a:bodyPr wrap="square" rtlCol="0" anchor="ctr">
            <a:spAutoFit/>
          </a:bodyPr>
          <a:lstStyle/>
          <a:p>
            <a:pPr algn="ctr"/>
            <a:r>
              <a:rPr lang="tr-TR" sz="2800" dirty="0" err="1">
                <a:solidFill>
                  <a:schemeClr val="tx1">
                    <a:lumMod val="75000"/>
                  </a:schemeClr>
                </a:solidFill>
              </a:rPr>
              <a:t>GitHub</a:t>
            </a:r>
            <a:r>
              <a:rPr lang="tr-TR" sz="2800" dirty="0">
                <a:solidFill>
                  <a:schemeClr val="tx1">
                    <a:lumMod val="75000"/>
                  </a:schemeClr>
                </a:solidFill>
              </a:rPr>
              <a:t>, yazılım geliştirme süreçlerini daha verimli hale getirmek ve işbirliği yapmayı kolaylaştırmak amacıyla kullanılan bir çevrimiçi platformdur. Temel amaçları şunlardır:</a:t>
            </a:r>
          </a:p>
        </p:txBody>
      </p:sp>
      <p:sp>
        <p:nvSpPr>
          <p:cNvPr id="8" name="Dikdörtgen: Yuvarlatılmış Köşeler 7">
            <a:extLst>
              <a:ext uri="{FF2B5EF4-FFF2-40B4-BE49-F238E27FC236}">
                <a16:creationId xmlns:a16="http://schemas.microsoft.com/office/drawing/2014/main" id="{5D32D255-43B3-DEAE-B9AF-C2F48F6D6E3D}"/>
              </a:ext>
            </a:extLst>
          </p:cNvPr>
          <p:cNvSpPr/>
          <p:nvPr/>
        </p:nvSpPr>
        <p:spPr>
          <a:xfrm>
            <a:off x="0" y="2760199"/>
            <a:ext cx="5891180" cy="3613033"/>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sz="2400" dirty="0"/>
              <a:t>1.Kod Depolama ve Yönetme: </a:t>
            </a:r>
            <a:r>
              <a:rPr lang="tr-TR" sz="2400" dirty="0" err="1"/>
              <a:t>GitHub</a:t>
            </a:r>
            <a:r>
              <a:rPr lang="tr-TR" sz="2400" dirty="0"/>
              <a:t>, geliştiricilere projelerini bulutta depolama ve bu projeleri düzenleme, sürüm kontrolü yapma olanağı sunar. Bu sayede kod tabanını güvenli ve düzenli bir şekilde saklama imkanı sağlar.</a:t>
            </a:r>
          </a:p>
        </p:txBody>
      </p:sp>
      <p:sp>
        <p:nvSpPr>
          <p:cNvPr id="23" name="Dikdörtgen: Yuvarlatılmış Köşeler 22">
            <a:extLst>
              <a:ext uri="{FF2B5EF4-FFF2-40B4-BE49-F238E27FC236}">
                <a16:creationId xmlns:a16="http://schemas.microsoft.com/office/drawing/2014/main" id="{1C4C025D-61F6-6225-139C-A2DBC0CB9E9F}"/>
              </a:ext>
            </a:extLst>
          </p:cNvPr>
          <p:cNvSpPr/>
          <p:nvPr/>
        </p:nvSpPr>
        <p:spPr>
          <a:xfrm>
            <a:off x="6302400" y="2760199"/>
            <a:ext cx="5889600" cy="36144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sz="2400" dirty="0"/>
              <a:t>
2. İşbirliği: Çok sayıda geliştiricinin aynı projede çalışmasını kolaylaştırır. Paralel olarak kod yazma, kod inceleme, hata takibi gibi işbirliği süreçlerini destekler.</a:t>
            </a:r>
          </a:p>
          <a:p>
            <a:pPr algn="ctr"/>
            <a:endParaRPr lang="tr-TR" sz="2400" dirty="0"/>
          </a:p>
        </p:txBody>
      </p:sp>
    </p:spTree>
    <p:extLst>
      <p:ext uri="{BB962C8B-B14F-4D97-AF65-F5344CB8AC3E}">
        <p14:creationId xmlns:p14="http://schemas.microsoft.com/office/powerpoint/2010/main" val="282414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a:extLst>
              <a:ext uri="{FF2B5EF4-FFF2-40B4-BE49-F238E27FC236}">
                <a16:creationId xmlns:a16="http://schemas.microsoft.com/office/drawing/2014/main" id="{C0BBFE3A-A66D-A893-E585-A00D1ACEB647}"/>
              </a:ext>
            </a:extLst>
          </p:cNvPr>
          <p:cNvSpPr>
            <a:spLocks noGrp="1"/>
          </p:cNvSpPr>
          <p:nvPr>
            <p:ph idx="1"/>
          </p:nvPr>
        </p:nvSpPr>
        <p:spPr>
          <a:xfrm>
            <a:off x="0" y="0"/>
            <a:ext cx="5760000" cy="2880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Autofit/>
          </a:bodyPr>
          <a:lstStyle/>
          <a:p>
            <a:pPr marL="0" indent="0" algn="ctr">
              <a:buNone/>
            </a:pPr>
            <a:r>
              <a:rPr lang="tr-TR" sz="2400" dirty="0"/>
              <a:t>
3. Açık Kaynak Yazılım Geliştirme: </a:t>
            </a:r>
            <a:r>
              <a:rPr lang="tr-TR" sz="2400" dirty="0" err="1"/>
              <a:t>GitHub</a:t>
            </a:r>
            <a:r>
              <a:rPr lang="tr-TR" sz="2400" dirty="0"/>
              <a:t>, açık kaynak yazılım projeleri için popüler bir platformdur. Geliştiriciler, projelerini açık kaynak olarak paylaşabilir ve geniş bir toplulukla işbirliği yapabilirler.</a:t>
            </a:r>
          </a:p>
        </p:txBody>
      </p:sp>
      <p:sp>
        <p:nvSpPr>
          <p:cNvPr id="6" name="Dikdörtgen: Yuvarlatılmış Köşeler 5">
            <a:extLst>
              <a:ext uri="{FF2B5EF4-FFF2-40B4-BE49-F238E27FC236}">
                <a16:creationId xmlns:a16="http://schemas.microsoft.com/office/drawing/2014/main" id="{AEE39613-396E-CA4B-E2D2-28B6A8245BD2}"/>
              </a:ext>
            </a:extLst>
          </p:cNvPr>
          <p:cNvSpPr/>
          <p:nvPr/>
        </p:nvSpPr>
        <p:spPr>
          <a:xfrm>
            <a:off x="6432000" y="0"/>
            <a:ext cx="5760000" cy="2880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sz="2400" dirty="0"/>
              <a:t>4. Proje Yönetimi: </a:t>
            </a:r>
            <a:r>
              <a:rPr lang="tr-TR" sz="2400" dirty="0" err="1"/>
              <a:t>GitHub</a:t>
            </a:r>
            <a:r>
              <a:rPr lang="tr-TR" sz="2400" dirty="0"/>
              <a:t>, projeleri izleme, görevler oluşturma, </a:t>
            </a:r>
            <a:r>
              <a:rPr lang="tr-TR" sz="2400" dirty="0" err="1"/>
              <a:t>önceliklendirme</a:t>
            </a:r>
            <a:r>
              <a:rPr lang="tr-TR" sz="2400" dirty="0"/>
              <a:t> ve ilerlemeyi takip etme yetenekleri sunar. Bu, proje yöneticilerine ve takım üyelerine yardımcı olur.</a:t>
            </a:r>
          </a:p>
        </p:txBody>
      </p:sp>
      <p:sp>
        <p:nvSpPr>
          <p:cNvPr id="7" name="Metin kutusu 6">
            <a:extLst>
              <a:ext uri="{FF2B5EF4-FFF2-40B4-BE49-F238E27FC236}">
                <a16:creationId xmlns:a16="http://schemas.microsoft.com/office/drawing/2014/main" id="{477108D4-C20F-5E17-B987-BCE790150647}"/>
              </a:ext>
            </a:extLst>
          </p:cNvPr>
          <p:cNvSpPr txBox="1"/>
          <p:nvPr/>
        </p:nvSpPr>
        <p:spPr>
          <a:xfrm>
            <a:off x="5179562" y="3205290"/>
            <a:ext cx="1828800" cy="1828800"/>
          </a:xfrm>
          <a:prstGeom prst="rect">
            <a:avLst/>
          </a:prstGeom>
          <a:noFill/>
        </p:spPr>
        <p:txBody>
          <a:bodyPr wrap="square" rtlCol="0">
            <a:spAutoFit/>
          </a:bodyPr>
          <a:lstStyle/>
          <a:p>
            <a:pPr algn="l"/>
            <a:endParaRPr lang="tr-TR" dirty="0"/>
          </a:p>
        </p:txBody>
      </p:sp>
      <p:sp>
        <p:nvSpPr>
          <p:cNvPr id="9" name="Dikdörtgen: Yuvarlatılmış Köşeler 8">
            <a:extLst>
              <a:ext uri="{FF2B5EF4-FFF2-40B4-BE49-F238E27FC236}">
                <a16:creationId xmlns:a16="http://schemas.microsoft.com/office/drawing/2014/main" id="{0F84E6B5-8BFF-6EAD-6F31-105322A87BF9}"/>
              </a:ext>
            </a:extLst>
          </p:cNvPr>
          <p:cNvSpPr/>
          <p:nvPr/>
        </p:nvSpPr>
        <p:spPr>
          <a:xfrm>
            <a:off x="6427924" y="2880000"/>
            <a:ext cx="5760000" cy="2880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sz="2400" dirty="0"/>
              <a:t>6. Topluluk Oluşturma: </a:t>
            </a:r>
            <a:r>
              <a:rPr lang="tr-TR" sz="2400" dirty="0" err="1"/>
              <a:t>GitHub</a:t>
            </a:r>
            <a:r>
              <a:rPr lang="tr-TR" sz="2400" dirty="0"/>
              <a:t>, belirli bir teknoloji veya projeye ilgi duyan geliştiriciler arasında bir topluluk oluşturmayı destekler. İnsanların fikir alışverişi yapmasını ve deneyimlerini paylaşmasını sağlar.</a:t>
            </a:r>
          </a:p>
        </p:txBody>
      </p:sp>
      <p:sp>
        <p:nvSpPr>
          <p:cNvPr id="12" name="Dikdörtgen: Yuvarlatılmış Köşeler 11">
            <a:extLst>
              <a:ext uri="{FF2B5EF4-FFF2-40B4-BE49-F238E27FC236}">
                <a16:creationId xmlns:a16="http://schemas.microsoft.com/office/drawing/2014/main" id="{54E0E8A8-19CF-EF2F-657B-4AFFF45143B1}"/>
              </a:ext>
            </a:extLst>
          </p:cNvPr>
          <p:cNvSpPr/>
          <p:nvPr/>
        </p:nvSpPr>
        <p:spPr>
          <a:xfrm flipH="1">
            <a:off x="-4076" y="2880000"/>
            <a:ext cx="5760000" cy="2880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sz="2400" dirty="0"/>
              <a:t>5. Kod İncelemesi: Geliştiriciler, kod değişikliklerini diğerleri tarafından incelenmesi için gönderebilirler. Bu, kalite kontrolünü artırır ve hataların tespitini kolaylaştırır.</a:t>
            </a:r>
          </a:p>
        </p:txBody>
      </p:sp>
      <p:sp>
        <p:nvSpPr>
          <p:cNvPr id="13" name="Metin kutusu 12">
            <a:extLst>
              <a:ext uri="{FF2B5EF4-FFF2-40B4-BE49-F238E27FC236}">
                <a16:creationId xmlns:a16="http://schemas.microsoft.com/office/drawing/2014/main" id="{C73C2536-0A49-73EB-AC15-FF695C545649}"/>
              </a:ext>
            </a:extLst>
          </p:cNvPr>
          <p:cNvSpPr txBox="1"/>
          <p:nvPr/>
        </p:nvSpPr>
        <p:spPr>
          <a:xfrm>
            <a:off x="411560" y="5920175"/>
            <a:ext cx="11364803" cy="830997"/>
          </a:xfrm>
          <a:prstGeom prst="rect">
            <a:avLst/>
          </a:prstGeom>
          <a:noFill/>
        </p:spPr>
        <p:txBody>
          <a:bodyPr wrap="square" rtlCol="0" anchor="ctr">
            <a:spAutoFit/>
          </a:bodyPr>
          <a:lstStyle/>
          <a:p>
            <a:pPr algn="ctr"/>
            <a:r>
              <a:rPr lang="tr-TR" sz="2400"/>
              <a:t>Sonuç olarak, GitHub, yazılım geliştirme projelerini daha etkili bir şekilde yönetmek, işbirliği yapmak ve açık kaynak yazılımı teşvik etmek için kullanılan güçlü bir platformdur.</a:t>
            </a:r>
            <a:endParaRPr lang="tr-TR" sz="2400" dirty="0"/>
          </a:p>
        </p:txBody>
      </p:sp>
    </p:spTree>
    <p:extLst>
      <p:ext uri="{BB962C8B-B14F-4D97-AF65-F5344CB8AC3E}">
        <p14:creationId xmlns:p14="http://schemas.microsoft.com/office/powerpoint/2010/main" val="1134925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1EADFD-6356-7B90-2334-ED25F6F82079}"/>
              </a:ext>
            </a:extLst>
          </p:cNvPr>
          <p:cNvSpPr>
            <a:spLocks noGrp="1"/>
          </p:cNvSpPr>
          <p:nvPr>
            <p:ph idx="1"/>
          </p:nvPr>
        </p:nvSpPr>
        <p:spPr>
          <a:xfrm>
            <a:off x="954537" y="1414873"/>
            <a:ext cx="10548809" cy="2308324"/>
          </a:xfrm>
        </p:spPr>
        <p:txBody>
          <a:bodyPr>
            <a:normAutofit fontScale="92500"/>
          </a:bodyPr>
          <a:lstStyle/>
          <a:p>
            <a:pPr marL="0" indent="0">
              <a:buNone/>
            </a:pPr>
            <a:r>
              <a:rPr lang="tr-TR" sz="2400" dirty="0"/>
              <a:t>1.**Yeni Bir </a:t>
            </a:r>
            <a:r>
              <a:rPr lang="tr-TR" sz="2400" dirty="0" err="1"/>
              <a:t>Depository</a:t>
            </a:r>
            <a:r>
              <a:rPr lang="tr-TR" sz="2400" dirty="0"/>
              <a:t> (</a:t>
            </a:r>
            <a:r>
              <a:rPr lang="tr-TR" sz="2400" dirty="0" err="1"/>
              <a:t>Repository</a:t>
            </a:r>
            <a:r>
              <a:rPr lang="tr-TR" sz="2400" dirty="0"/>
              <a:t>) Oluşturun**:  </a:t>
            </a:r>
          </a:p>
          <a:p>
            <a:pPr>
              <a:buFontTx/>
              <a:buChar char="-"/>
            </a:pPr>
            <a:r>
              <a:rPr lang="tr-TR" sz="2400" dirty="0" err="1"/>
              <a:t>GitHub</a:t>
            </a:r>
            <a:r>
              <a:rPr lang="tr-TR" sz="2400" dirty="0"/>
              <a:t> hesabınıza giriş yaptıktan sonra Sağ üst köşedeki artı (+) simgesine tıklayın.   </a:t>
            </a:r>
          </a:p>
          <a:p>
            <a:pPr marL="0" indent="0">
              <a:buNone/>
            </a:pPr>
            <a:r>
              <a:rPr lang="tr-TR" sz="2400" dirty="0"/>
              <a:t>- "New </a:t>
            </a:r>
            <a:r>
              <a:rPr lang="tr-TR" sz="2400" dirty="0" err="1"/>
              <a:t>repository</a:t>
            </a:r>
            <a:r>
              <a:rPr lang="tr-TR" sz="2400" dirty="0"/>
              <a:t>" (Yeni </a:t>
            </a:r>
            <a:r>
              <a:rPr lang="tr-TR" sz="2400" dirty="0" err="1"/>
              <a:t>depository</a:t>
            </a:r>
            <a:r>
              <a:rPr lang="tr-TR" sz="2400" dirty="0"/>
              <a:t>) seçeneğini seçin.  </a:t>
            </a:r>
          </a:p>
          <a:p>
            <a:pPr marL="0" indent="0">
              <a:buNone/>
            </a:pPr>
            <a:r>
              <a:rPr lang="tr-TR" sz="2400" dirty="0"/>
              <a:t>- Repositörünüzün adını, açıklamasını ve diğer ayarları doldurun. </a:t>
            </a:r>
          </a:p>
          <a:p>
            <a:pPr marL="0" indent="0">
              <a:buNone/>
            </a:pPr>
            <a:r>
              <a:rPr lang="tr-TR" sz="2400" dirty="0"/>
              <a:t>- "</a:t>
            </a:r>
            <a:r>
              <a:rPr lang="tr-TR" sz="2400" dirty="0" err="1"/>
              <a:t>Initialize</a:t>
            </a:r>
            <a:r>
              <a:rPr lang="tr-TR" sz="2400" dirty="0"/>
              <a:t> </a:t>
            </a:r>
            <a:r>
              <a:rPr lang="tr-TR" sz="2400" dirty="0" err="1"/>
              <a:t>this</a:t>
            </a:r>
            <a:r>
              <a:rPr lang="tr-TR" sz="2400" dirty="0"/>
              <a:t> </a:t>
            </a:r>
            <a:r>
              <a:rPr lang="tr-TR" sz="2400" dirty="0" err="1"/>
              <a:t>repository</a:t>
            </a:r>
            <a:r>
              <a:rPr lang="tr-TR" sz="2400" dirty="0"/>
              <a:t> </a:t>
            </a:r>
            <a:r>
              <a:rPr lang="tr-TR" sz="2400" dirty="0" err="1"/>
              <a:t>with</a:t>
            </a:r>
            <a:r>
              <a:rPr lang="tr-TR" sz="2400" dirty="0"/>
              <a:t> a README" seçeneğini işaretleyin.</a:t>
            </a:r>
          </a:p>
        </p:txBody>
      </p:sp>
      <p:sp>
        <p:nvSpPr>
          <p:cNvPr id="5" name="Başlık 4">
            <a:extLst>
              <a:ext uri="{FF2B5EF4-FFF2-40B4-BE49-F238E27FC236}">
                <a16:creationId xmlns:a16="http://schemas.microsoft.com/office/drawing/2014/main" id="{2191D004-3760-6FA5-424F-54C8EF1F4DBE}"/>
              </a:ext>
            </a:extLst>
          </p:cNvPr>
          <p:cNvSpPr>
            <a:spLocks noGrp="1"/>
          </p:cNvSpPr>
          <p:nvPr>
            <p:ph type="title"/>
          </p:nvPr>
        </p:nvSpPr>
        <p:spPr>
          <a:xfrm>
            <a:off x="954537" y="-568691"/>
            <a:ext cx="10282925" cy="2671321"/>
          </a:xfrm>
        </p:spPr>
        <p:txBody>
          <a:bodyPr>
            <a:normAutofit/>
          </a:bodyPr>
          <a:lstStyle/>
          <a:p>
            <a:r>
              <a:rPr lang="tr-TR" sz="4800" dirty="0" err="1"/>
              <a:t>Github</a:t>
            </a:r>
            <a:r>
              <a:rPr lang="tr-TR" sz="4800" dirty="0"/>
              <a:t> ile ortak proje nasıl yazılır?</a:t>
            </a:r>
          </a:p>
        </p:txBody>
      </p:sp>
      <p:sp>
        <p:nvSpPr>
          <p:cNvPr id="6" name="Metin kutusu 5">
            <a:extLst>
              <a:ext uri="{FF2B5EF4-FFF2-40B4-BE49-F238E27FC236}">
                <a16:creationId xmlns:a16="http://schemas.microsoft.com/office/drawing/2014/main" id="{D3A48E99-0F95-A210-94A3-1013E0BB74B2}"/>
              </a:ext>
            </a:extLst>
          </p:cNvPr>
          <p:cNvSpPr txBox="1"/>
          <p:nvPr/>
        </p:nvSpPr>
        <p:spPr>
          <a:xfrm>
            <a:off x="954537" y="4377558"/>
            <a:ext cx="10130400" cy="2308324"/>
          </a:xfrm>
          <a:prstGeom prst="rect">
            <a:avLst/>
          </a:prstGeom>
          <a:noFill/>
        </p:spPr>
        <p:txBody>
          <a:bodyPr wrap="square" rtlCol="0">
            <a:spAutoFit/>
          </a:bodyPr>
          <a:lstStyle/>
          <a:p>
            <a:pPr algn="l"/>
            <a:r>
              <a:rPr lang="tr-TR" sz="2400" dirty="0"/>
              <a:t>2. **Proje Üyelerini Davet Edin**:  </a:t>
            </a:r>
          </a:p>
          <a:p>
            <a:pPr algn="l"/>
            <a:r>
              <a:rPr lang="tr-TR" sz="2400" dirty="0"/>
              <a:t>- Oluşturduğunuz deponun ana sayfasına gidin.   </a:t>
            </a:r>
          </a:p>
          <a:p>
            <a:pPr algn="l"/>
            <a:r>
              <a:rPr lang="tr-TR" sz="2400" dirty="0"/>
              <a:t>- Sağ üst köşedeki "</a:t>
            </a:r>
            <a:r>
              <a:rPr lang="tr-TR" sz="2400" dirty="0" err="1"/>
              <a:t>Settings</a:t>
            </a:r>
            <a:r>
              <a:rPr lang="tr-TR" sz="2400" dirty="0"/>
              <a:t>" (Ayarlar) sekmesine tıklayın.   </a:t>
            </a:r>
          </a:p>
          <a:p>
            <a:pPr algn="l"/>
            <a:r>
              <a:rPr lang="tr-TR" sz="2400" dirty="0"/>
              <a:t>-Sol menüden "</a:t>
            </a:r>
            <a:r>
              <a:rPr lang="tr-TR" sz="2400" dirty="0" err="1"/>
              <a:t>Manage</a:t>
            </a:r>
            <a:r>
              <a:rPr lang="tr-TR" sz="2400" dirty="0"/>
              <a:t> </a:t>
            </a:r>
            <a:r>
              <a:rPr lang="tr-TR" sz="2400" dirty="0" err="1"/>
              <a:t>access</a:t>
            </a:r>
            <a:r>
              <a:rPr lang="tr-TR" sz="2400" dirty="0"/>
              <a:t>" (Erişimi Yönet) sekmesine gidin.  </a:t>
            </a:r>
          </a:p>
          <a:p>
            <a:pPr algn="l"/>
            <a:r>
              <a:rPr lang="tr-TR" sz="2400" dirty="0"/>
              <a:t>- "</a:t>
            </a:r>
            <a:r>
              <a:rPr lang="tr-TR" sz="2400" dirty="0" err="1"/>
              <a:t>Invite</a:t>
            </a:r>
            <a:r>
              <a:rPr lang="tr-TR" sz="2400" dirty="0"/>
              <a:t> a </a:t>
            </a:r>
            <a:r>
              <a:rPr lang="tr-TR" sz="2400" dirty="0" err="1"/>
              <a:t>collaborator</a:t>
            </a:r>
            <a:r>
              <a:rPr lang="tr-TR" sz="2400" dirty="0"/>
              <a:t>" (Bir işbirlikçi davet et) seçeneğini kullanarak diğer </a:t>
            </a:r>
            <a:r>
              <a:rPr lang="tr-TR" sz="2400" dirty="0" err="1"/>
              <a:t>GitHub</a:t>
            </a:r>
            <a:r>
              <a:rPr lang="tr-TR" sz="2400" dirty="0"/>
              <a:t> kullanıcılarını davet edin.</a:t>
            </a:r>
          </a:p>
        </p:txBody>
      </p:sp>
    </p:spTree>
    <p:extLst>
      <p:ext uri="{BB962C8B-B14F-4D97-AF65-F5344CB8AC3E}">
        <p14:creationId xmlns:p14="http://schemas.microsoft.com/office/powerpoint/2010/main" val="2274638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B320D7F-DE31-844A-2A85-1B68FD764CC8}"/>
              </a:ext>
            </a:extLst>
          </p:cNvPr>
          <p:cNvSpPr>
            <a:spLocks noGrp="1"/>
          </p:cNvSpPr>
          <p:nvPr>
            <p:ph idx="1"/>
          </p:nvPr>
        </p:nvSpPr>
        <p:spPr>
          <a:xfrm>
            <a:off x="0" y="0"/>
            <a:ext cx="11995636" cy="1870364"/>
          </a:xfrm>
        </p:spPr>
        <p:txBody>
          <a:bodyPr>
            <a:normAutofit/>
          </a:bodyPr>
          <a:lstStyle/>
          <a:p>
            <a:pPr marL="0" indent="0">
              <a:buNone/>
            </a:pPr>
            <a:r>
              <a:rPr lang="tr-TR" sz="2400" dirty="0"/>
              <a:t>3. **Kod Eklemeye Başlayın**:</a:t>
            </a:r>
          </a:p>
          <a:p>
            <a:pPr marL="0" indent="0">
              <a:buNone/>
            </a:pPr>
            <a:r>
              <a:rPr lang="tr-TR" sz="2400" dirty="0"/>
              <a:t>-Projenizin ana sayfasında, «</a:t>
            </a:r>
            <a:r>
              <a:rPr lang="tr-TR" sz="2400" dirty="0" err="1"/>
              <a:t>Code</a:t>
            </a:r>
            <a:r>
              <a:rPr lang="tr-TR" sz="2400" dirty="0"/>
              <a:t>» sekmesine gidin.</a:t>
            </a:r>
          </a:p>
          <a:p>
            <a:pPr marL="0" indent="0">
              <a:buNone/>
            </a:pPr>
            <a:r>
              <a:rPr lang="tr-TR" sz="2400" dirty="0"/>
              <a:t>- «</a:t>
            </a:r>
            <a:r>
              <a:rPr lang="tr-TR" sz="2400" dirty="0" err="1"/>
              <a:t>Create</a:t>
            </a:r>
            <a:r>
              <a:rPr lang="tr-TR" sz="2400" dirty="0"/>
              <a:t> a </a:t>
            </a:r>
            <a:r>
              <a:rPr lang="tr-TR" sz="2400" dirty="0" err="1"/>
              <a:t>new</a:t>
            </a:r>
            <a:r>
              <a:rPr lang="tr-TR" sz="2400" dirty="0"/>
              <a:t> file» (Yeni bir dosya oluştur) veya «</a:t>
            </a:r>
            <a:r>
              <a:rPr lang="tr-TR" sz="2400" dirty="0" err="1"/>
              <a:t>Upload</a:t>
            </a:r>
            <a:r>
              <a:rPr lang="tr-TR" sz="2400" dirty="0"/>
              <a:t> </a:t>
            </a:r>
            <a:r>
              <a:rPr lang="tr-TR" sz="2400" dirty="0" err="1"/>
              <a:t>files</a:t>
            </a:r>
            <a:r>
              <a:rPr lang="tr-TR" sz="2400" dirty="0"/>
              <a:t>» (Dosyaları yükle) seçeneği ile kodlarınızı ekleyin.</a:t>
            </a:r>
          </a:p>
        </p:txBody>
      </p:sp>
      <p:sp>
        <p:nvSpPr>
          <p:cNvPr id="4" name="Metin kutusu 3">
            <a:extLst>
              <a:ext uri="{FF2B5EF4-FFF2-40B4-BE49-F238E27FC236}">
                <a16:creationId xmlns:a16="http://schemas.microsoft.com/office/drawing/2014/main" id="{426F0EEA-AFE1-4D99-CACD-ECD292D82313}"/>
              </a:ext>
            </a:extLst>
          </p:cNvPr>
          <p:cNvSpPr txBox="1"/>
          <p:nvPr/>
        </p:nvSpPr>
        <p:spPr>
          <a:xfrm>
            <a:off x="-82267" y="2208489"/>
            <a:ext cx="11592224" cy="1569660"/>
          </a:xfrm>
          <a:prstGeom prst="rect">
            <a:avLst/>
          </a:prstGeom>
          <a:noFill/>
        </p:spPr>
        <p:txBody>
          <a:bodyPr wrap="square" rtlCol="0">
            <a:spAutoFit/>
          </a:bodyPr>
          <a:lstStyle/>
          <a:p>
            <a:pPr algn="l"/>
            <a:r>
              <a:rPr lang="tr-TR" sz="2400" dirty="0"/>
              <a:t>4. **</a:t>
            </a:r>
            <a:r>
              <a:rPr lang="tr-TR" sz="2400" dirty="0" err="1"/>
              <a:t>Commit</a:t>
            </a:r>
            <a:r>
              <a:rPr lang="tr-TR" sz="2400" dirty="0"/>
              <a:t> ve </a:t>
            </a:r>
            <a:r>
              <a:rPr lang="tr-TR" sz="2400" dirty="0" err="1"/>
              <a:t>Pull</a:t>
            </a:r>
            <a:r>
              <a:rPr lang="tr-TR" sz="2400" dirty="0"/>
              <a:t> </a:t>
            </a:r>
            <a:r>
              <a:rPr lang="tr-TR" sz="2400" dirty="0" err="1"/>
              <a:t>Request</a:t>
            </a:r>
            <a:r>
              <a:rPr lang="tr-TR" sz="2400" dirty="0"/>
              <a:t> (İstek) Oluşturun**:</a:t>
            </a:r>
          </a:p>
          <a:p>
            <a:pPr algn="l"/>
            <a:r>
              <a:rPr lang="tr-TR" sz="2400" dirty="0"/>
              <a:t>-Kodlarınızı ekledikten sonra, deponuzun ana sayfasına dönün.</a:t>
            </a:r>
          </a:p>
          <a:p>
            <a:pPr algn="l"/>
            <a:r>
              <a:rPr lang="tr-TR" sz="2400" dirty="0"/>
              <a:t>- «Çölde» sekmesinde, değişikliklerinizi açıklayan bir </a:t>
            </a:r>
            <a:r>
              <a:rPr lang="tr-TR" sz="2400" dirty="0" err="1"/>
              <a:t>commit</a:t>
            </a:r>
            <a:r>
              <a:rPr lang="tr-TR" sz="2400" dirty="0"/>
              <a:t> (taahhüt) oluşturun.
- «</a:t>
            </a:r>
            <a:r>
              <a:rPr lang="tr-TR" sz="2400" dirty="0" err="1"/>
              <a:t>Pull</a:t>
            </a:r>
            <a:r>
              <a:rPr lang="tr-TR" sz="2400" dirty="0"/>
              <a:t> </a:t>
            </a:r>
            <a:r>
              <a:rPr lang="tr-TR" sz="2400" dirty="0" err="1"/>
              <a:t>Request</a:t>
            </a:r>
            <a:r>
              <a:rPr lang="tr-TR" sz="2400" dirty="0"/>
              <a:t>» (İstek) oluşturarak kodlarınızın ana projeye entegre edilmesini isteyin.</a:t>
            </a:r>
          </a:p>
        </p:txBody>
      </p:sp>
      <p:sp>
        <p:nvSpPr>
          <p:cNvPr id="5" name="Metin kutusu 4">
            <a:extLst>
              <a:ext uri="{FF2B5EF4-FFF2-40B4-BE49-F238E27FC236}">
                <a16:creationId xmlns:a16="http://schemas.microsoft.com/office/drawing/2014/main" id="{D6E50271-74C1-22EC-A783-83DF4612220B}"/>
              </a:ext>
            </a:extLst>
          </p:cNvPr>
          <p:cNvSpPr txBox="1"/>
          <p:nvPr/>
        </p:nvSpPr>
        <p:spPr>
          <a:xfrm>
            <a:off x="0" y="4116274"/>
            <a:ext cx="11760063" cy="1569660"/>
          </a:xfrm>
          <a:prstGeom prst="rect">
            <a:avLst/>
          </a:prstGeom>
          <a:noFill/>
        </p:spPr>
        <p:txBody>
          <a:bodyPr wrap="square" rtlCol="0">
            <a:spAutoFit/>
          </a:bodyPr>
          <a:lstStyle/>
          <a:p>
            <a:pPr algn="l"/>
            <a:r>
              <a:rPr lang="tr-TR" sz="2400" dirty="0"/>
              <a:t>5. **Kod İncelemeleri ve İşbirliği**: </a:t>
            </a:r>
          </a:p>
          <a:p>
            <a:pPr algn="l"/>
            <a:r>
              <a:rPr lang="tr-TR" sz="2400" dirty="0"/>
              <a:t>-İstekler üzerinde diğer işbirlikçilerinizle kod incelemeleri yapın ve gerektiğinde değişiklikler yapın.</a:t>
            </a:r>
          </a:p>
          <a:p>
            <a:pPr algn="l"/>
            <a:r>
              <a:rPr lang="tr-TR" sz="2400" dirty="0"/>
              <a:t>- İstekler üzerinde tartışmalar ve yorumlar yaparak iletişim kurun.</a:t>
            </a:r>
          </a:p>
        </p:txBody>
      </p:sp>
      <p:sp>
        <p:nvSpPr>
          <p:cNvPr id="6" name="Metin kutusu 5">
            <a:extLst>
              <a:ext uri="{FF2B5EF4-FFF2-40B4-BE49-F238E27FC236}">
                <a16:creationId xmlns:a16="http://schemas.microsoft.com/office/drawing/2014/main" id="{D985AF03-5C10-F6E3-F3B3-2167F96A27B3}"/>
              </a:ext>
            </a:extLst>
          </p:cNvPr>
          <p:cNvSpPr txBox="1"/>
          <p:nvPr/>
        </p:nvSpPr>
        <p:spPr>
          <a:xfrm>
            <a:off x="0" y="5685934"/>
            <a:ext cx="11256432" cy="1200329"/>
          </a:xfrm>
          <a:prstGeom prst="rect">
            <a:avLst/>
          </a:prstGeom>
          <a:noFill/>
        </p:spPr>
        <p:txBody>
          <a:bodyPr wrap="square" rtlCol="0">
            <a:spAutoFit/>
          </a:bodyPr>
          <a:lstStyle/>
          <a:p>
            <a:pPr algn="l"/>
            <a:r>
              <a:rPr lang="tr-TR" sz="2400" dirty="0"/>
              <a:t>
</a:t>
            </a:r>
            <a:r>
              <a:rPr lang="tr-TR" sz="2400" dirty="0" err="1"/>
              <a:t>GitHub</a:t>
            </a:r>
            <a:r>
              <a:rPr lang="tr-TR" sz="2400" dirty="0"/>
              <a:t>, işbirlikçiler arasında kod geliştirme süreçlerini kolaylaştıran birçok araç ve özellik sunar. Bu adımları takip ederek, ortak bir </a:t>
            </a:r>
            <a:r>
              <a:rPr lang="tr-TR" sz="2400" dirty="0" err="1"/>
              <a:t>GitHub</a:t>
            </a:r>
            <a:r>
              <a:rPr lang="tr-TR" sz="2400" dirty="0"/>
              <a:t> projesi başlatabilir ve geliştirebilirsiniz.</a:t>
            </a:r>
          </a:p>
        </p:txBody>
      </p:sp>
    </p:spTree>
    <p:extLst>
      <p:ext uri="{BB962C8B-B14F-4D97-AF65-F5344CB8AC3E}">
        <p14:creationId xmlns:p14="http://schemas.microsoft.com/office/powerpoint/2010/main" val="2442481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B61C998-5015-FB85-CCFF-056844FDB36A}"/>
              </a:ext>
            </a:extLst>
          </p:cNvPr>
          <p:cNvSpPr>
            <a:spLocks noGrp="1"/>
          </p:cNvSpPr>
          <p:nvPr>
            <p:ph idx="1"/>
          </p:nvPr>
        </p:nvSpPr>
        <p:spPr>
          <a:xfrm>
            <a:off x="1030287" y="-1244142"/>
            <a:ext cx="10131425" cy="3649133"/>
          </a:xfrm>
        </p:spPr>
        <p:txBody>
          <a:bodyPr>
            <a:normAutofit/>
          </a:bodyPr>
          <a:lstStyle/>
          <a:p>
            <a:pPr marL="0" indent="0" algn="ctr">
              <a:buNone/>
            </a:pPr>
            <a:r>
              <a:rPr lang="tr-TR" sz="9600" dirty="0"/>
              <a:t>Hazırlayan</a:t>
            </a:r>
          </a:p>
        </p:txBody>
      </p:sp>
      <p:sp>
        <p:nvSpPr>
          <p:cNvPr id="4" name="Metin kutusu 3">
            <a:extLst>
              <a:ext uri="{FF2B5EF4-FFF2-40B4-BE49-F238E27FC236}">
                <a16:creationId xmlns:a16="http://schemas.microsoft.com/office/drawing/2014/main" id="{A6F0ECA3-4D94-8AE0-EC88-E71DE72BB7C7}"/>
              </a:ext>
            </a:extLst>
          </p:cNvPr>
          <p:cNvSpPr txBox="1"/>
          <p:nvPr/>
        </p:nvSpPr>
        <p:spPr>
          <a:xfrm>
            <a:off x="-253297" y="3013501"/>
            <a:ext cx="8329274" cy="830997"/>
          </a:xfrm>
          <a:prstGeom prst="rect">
            <a:avLst/>
          </a:prstGeom>
          <a:noFill/>
        </p:spPr>
        <p:txBody>
          <a:bodyPr wrap="square" rtlCol="0" anchor="ctr">
            <a:spAutoFit/>
          </a:bodyPr>
          <a:lstStyle/>
          <a:p>
            <a:pPr algn="ctr"/>
            <a:r>
              <a:rPr lang="tr-TR" sz="4800" dirty="0"/>
              <a:t>Ad-</a:t>
            </a:r>
            <a:r>
              <a:rPr lang="tr-TR" sz="4800" dirty="0" err="1"/>
              <a:t>Soyad</a:t>
            </a:r>
            <a:r>
              <a:rPr lang="tr-TR" sz="4800" dirty="0"/>
              <a:t>: Mehmet Nezir Aydın </a:t>
            </a:r>
          </a:p>
        </p:txBody>
      </p:sp>
      <p:sp>
        <p:nvSpPr>
          <p:cNvPr id="5" name="Metin kutusu 4">
            <a:extLst>
              <a:ext uri="{FF2B5EF4-FFF2-40B4-BE49-F238E27FC236}">
                <a16:creationId xmlns:a16="http://schemas.microsoft.com/office/drawing/2014/main" id="{0670C068-DC0B-27E1-862E-F421F097D8AB}"/>
              </a:ext>
            </a:extLst>
          </p:cNvPr>
          <p:cNvSpPr txBox="1"/>
          <p:nvPr/>
        </p:nvSpPr>
        <p:spPr>
          <a:xfrm>
            <a:off x="-778954" y="1714611"/>
            <a:ext cx="7375103" cy="830997"/>
          </a:xfrm>
          <a:prstGeom prst="rect">
            <a:avLst/>
          </a:prstGeom>
          <a:noFill/>
        </p:spPr>
        <p:txBody>
          <a:bodyPr wrap="square" rtlCol="0" anchor="ctr">
            <a:spAutoFit/>
          </a:bodyPr>
          <a:lstStyle/>
          <a:p>
            <a:pPr algn="ctr"/>
            <a:r>
              <a:rPr lang="tr-TR" sz="4800" dirty="0"/>
              <a:t>Öğrenci </a:t>
            </a:r>
            <a:r>
              <a:rPr lang="tr-TR" sz="4800" dirty="0" err="1"/>
              <a:t>no</a:t>
            </a:r>
            <a:r>
              <a:rPr lang="tr-TR" sz="4800" dirty="0"/>
              <a:t>: 231809024</a:t>
            </a:r>
          </a:p>
        </p:txBody>
      </p:sp>
      <p:sp>
        <p:nvSpPr>
          <p:cNvPr id="6" name="Metin kutusu 5">
            <a:extLst>
              <a:ext uri="{FF2B5EF4-FFF2-40B4-BE49-F238E27FC236}">
                <a16:creationId xmlns:a16="http://schemas.microsoft.com/office/drawing/2014/main" id="{787698F5-DBB8-07C4-258A-82B53FF00A6E}"/>
              </a:ext>
            </a:extLst>
          </p:cNvPr>
          <p:cNvSpPr txBox="1"/>
          <p:nvPr/>
        </p:nvSpPr>
        <p:spPr>
          <a:xfrm>
            <a:off x="-95434" y="4312391"/>
            <a:ext cx="11525029" cy="830997"/>
          </a:xfrm>
          <a:prstGeom prst="rect">
            <a:avLst/>
          </a:prstGeom>
          <a:noFill/>
        </p:spPr>
        <p:txBody>
          <a:bodyPr wrap="square" rtlCol="0">
            <a:spAutoFit/>
          </a:bodyPr>
          <a:lstStyle/>
          <a:p>
            <a:pPr algn="l"/>
            <a:r>
              <a:rPr lang="tr-TR" sz="4800" dirty="0"/>
              <a:t>E-posta: mehmetneziraydin20@gmail.com</a:t>
            </a:r>
          </a:p>
        </p:txBody>
      </p:sp>
    </p:spTree>
    <p:extLst>
      <p:ext uri="{BB962C8B-B14F-4D97-AF65-F5344CB8AC3E}">
        <p14:creationId xmlns:p14="http://schemas.microsoft.com/office/powerpoint/2010/main" val="3770505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Gökyüzü">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Geniş ekran</PresentationFormat>
  <Slides>7</Slides>
  <Notes>0</Notes>
  <HiddenSlides>0</HiddenSlides>
  <ScaleCrop>false</ScaleCrop>
  <HeadingPairs>
    <vt:vector size="4" baseType="variant">
      <vt:variant>
        <vt:lpstr>Tema</vt:lpstr>
      </vt:variant>
      <vt:variant>
        <vt:i4>1</vt:i4>
      </vt:variant>
      <vt:variant>
        <vt:lpstr>Slayt Başlıkları</vt:lpstr>
      </vt:variant>
      <vt:variant>
        <vt:i4>7</vt:i4>
      </vt:variant>
    </vt:vector>
  </HeadingPairs>
  <TitlesOfParts>
    <vt:vector size="8" baseType="lpstr">
      <vt:lpstr>Gökyüzü</vt:lpstr>
      <vt:lpstr>•nedir?  •ne amaçla kullanılır?  •github ile ortak proje nasıl yazılır?</vt:lpstr>
      <vt:lpstr>Github nedir?</vt:lpstr>
      <vt:lpstr>Github ne amaçla kullanılır?</vt:lpstr>
      <vt:lpstr>PowerPoint Sunusu</vt:lpstr>
      <vt:lpstr>Github ile ortak proje nasıl yazılır?</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nedir </dc:title>
  <dc:creator>MEHMET NEZİR AYDIN</dc:creator>
  <cp:lastModifiedBy>MEHMET NEZİR AYDIN</cp:lastModifiedBy>
  <cp:revision>4</cp:revision>
  <dcterms:created xsi:type="dcterms:W3CDTF">2023-10-08T12:26:38Z</dcterms:created>
  <dcterms:modified xsi:type="dcterms:W3CDTF">2023-10-08T17:23:33Z</dcterms:modified>
</cp:coreProperties>
</file>